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413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594360"/>
            <a:ext cx="73152" cy="5120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621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13232" y="10607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2, Lecture 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554480"/>
            <a:ext cx="6309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Protection in Practice: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Minimisation, Anonymisation &amp; Access Control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concrete techniques that turn privacy principles into practice - deciding what data to keep, how to strip out identity, and who gets to see what remains.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13232" y="470916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r. Manoj Kaushik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Professor, Department of CSE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Graphic Era Hill University, Bhimtal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6092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work9/icon9_minimis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1143000"/>
            <a:ext cx="777240" cy="777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7064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Minimisation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86868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work9/icon9_anonym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0" y="1143000"/>
            <a:ext cx="777240" cy="7772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02368" y="210312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Anonymisation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36092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EEF5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work9/icon9_accesscontr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3611880"/>
            <a:ext cx="777240" cy="7772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7064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692640" y="3337560"/>
            <a:ext cx="2194560" cy="2331720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EEF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/home/claude/work9/icon9_de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01300" y="3611880"/>
            <a:ext cx="777240" cy="7772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802368" y="457200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Core Data-Protection Principles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Lawfulness and fairness: personal data must be collected and used on a legitimate, disclosed basis.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 limitation: data is used only for the purpose it was originally collected for, as covered in Lecture 16.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minimisation and storage limitation: only necessary data is collected, and it is kept only as long as needed.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Integrity and confidentiality: data must be protected against unauthorised access, loss or alteration.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Data Minimisation - Collect Only What's Needed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minimisation means collecting the smallest amount of personal data necessary to achieve a system's purpose.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additional data field collected is an additional point of privacy risk if the system is breached or misused.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Minimisation often improves a system's efficiency too, since less irrelevant data means less noise for a model to learn from.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useful test: if a field were removed, would the system still achieve its stated purpose? If yes, it likely should not have been collected.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Anonymisation - Removing Identity from Data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Anonymisation is the process of altering data so that an individual can no longer be identified from it, directly or indirectly.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Properly anonymised data is generally considered outside the scope of the data-protection obligations that apply to personal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Anonymisation differs from pseudonymisation, which replaces identifiers with a code that can still be reversed with a separate key.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strength of an anonymisation technique determines how much genuine privacy protection it actually provides.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Anonymisation Techniques - Masking &amp; Generalisation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masking: replacing sensitive values with realistic but fake substitutes, such as a masked phone number.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Generalisation: reducing precision, such as replacing an exact age with an age range or a full address with just a city.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techniques keep the data usable for analysis while reducing how precisely a record can be tied to one person.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among the simplest anonymisation methods to apply, but also among the easiest to reverse if used alone.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Anonymisation Techniques - k-Anonymity &amp; Differential Privacy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k-anonymity: ensuring each record is indistinguishable from at least k-1 other records on key identifying attributes.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Differential privacy: adding carefully calibrated statistical noise so individual records cannot be reliably distinguished in aggregate results.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Both are stronger, more formal guarantees than simple masking or generalisation, but require more careful implementation.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Differential privacy is increasingly used in large-scale statistics, including national census data releases.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The Re-Identification Risk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Anonymised data can sometimes be re-identified by combining it with other available datasets, even without any single direct identifier.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well-known case showed that a specific individual's record could be re-identified from an anonymised dataset using just a few indirect attributes, such as ZIP code, birth date and gender.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risk grows as more auxiliary data becomes publicly available over time, meaning anonymisation is not a permanent guarantee.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of this risk, anonymisation should be treated as one layer of protection, not a complete solution on its own.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Access Control - Limiting Who Can See Data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 restricts who inside or outside an organisation can view, use or export personal data.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principle of least privilege means a person should only have access to the data strictly necessary for their role.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control matters even for well-anonymised data, since re-identification risk grows when data is combined without oversight.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layer of protection that remains active for as long as the data itself is retained.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Access Control Mechanisms</a:t>
            </a:r>
            <a:endParaRPr lang="en-US" sz="2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402336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Mechanism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 It Does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Role-Based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Permissions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Grants access based on job role, not individual request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Audit-Logged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Access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Records every access request for later review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Time-Limited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Grants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Automatically expires access after a set period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 Worked Example - Applying These Techniques Together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health-research dataset, before and after applying minimisation, anonymisation and access control: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11247120" cy="3931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Field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Original Value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After Applying Techniques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Name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Ananya Sharma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Removed (minimisation)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Age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27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25-30 (generalised)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Pin Code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263136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263xxx (generalised)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Phone Number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98XXXXXXXX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Removed (minimisation)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Diagnosis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 2 Diabetes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9191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Retained, access-controlled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"/>
            <a:ext cx="12191695" cy="2743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TCS349: Responsible and Explainable 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321040" y="82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2 | Lecture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F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10. Privacy-Aware Techniques Across the AI Lifecycle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0972800" cy="4846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Collection stage: data minimisation limits what enters the system in the first place.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stage: anonymisation reduces the identifiability of data that must be kept.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stage: access control governs who can view or export data for as long as it exists.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9191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Together, these three techniques form a layered defence rather than a single point of protection.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1013</Words>
  <Application>Microsoft Macintosh PowerPoint</Application>
  <PresentationFormat>Widescreen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SC22D012-Manoj Kaushik 2022-PHD-Earth&amp;SpaceScience</cp:lastModifiedBy>
  <cp:revision>2</cp:revision>
  <dcterms:created xsi:type="dcterms:W3CDTF">2026-08-18T02:52:17Z</dcterms:created>
  <dcterms:modified xsi:type="dcterms:W3CDTF">2026-08-18T14:23:20Z</dcterms:modified>
</cp:coreProperties>
</file>