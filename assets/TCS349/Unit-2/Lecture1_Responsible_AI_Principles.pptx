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4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modSld">
      <pc:chgData name="SC22D012-Manoj Kaushik 2022-PHD-Earth&amp;SpaceScience" userId="78d50035-fc00-4ea2-995b-b881e10649a1" providerId="ADAL" clId="{29B47332-549A-4FC0-A3ED-D31212E60846}" dt="2026-08-05T03:12:36.282" v="1" actId="14100"/>
      <pc:docMkLst>
        <pc:docMk/>
      </pc:docMkLst>
      <pc:sldChg chg="modSp mod">
        <pc:chgData name="SC22D012-Manoj Kaushik 2022-PHD-Earth&amp;SpaceScience" userId="78d50035-fc00-4ea2-995b-b881e10649a1" providerId="ADAL" clId="{29B47332-549A-4FC0-A3ED-D31212E60846}" dt="2026-08-05T03:12:36.282" v="1" actId="14100"/>
        <pc:sldMkLst>
          <pc:docMk/>
          <pc:sldMk cId="0" sldId="260"/>
        </pc:sldMkLst>
        <pc:spChg chg="mod">
          <ac:chgData name="SC22D012-Manoj Kaushik 2022-PHD-Earth&amp;SpaceScience" userId="78d50035-fc00-4ea2-995b-b881e10649a1" providerId="ADAL" clId="{29B47332-549A-4FC0-A3ED-D31212E60846}" dt="2026-08-05T03:12:36.282" v="1" actId="14100"/>
          <ac:spMkLst>
            <pc:docMk/>
            <pc:sldMk cId="0" sldId="260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515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Principles of Responsible AI &amp;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Trustworthy AI Lifecycle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Moving from Unit I's focus on ethics and fairness to Unit II's framework for building AI systems people can trust - from design through deployment and beyond.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Image 0" descr="/home/claude/work3/icon3_fair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Fairness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/home/claude/work3/icon3_transpare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2" descr="/home/claude/work3/icon3_accounta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Accountability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/home/claude/work3/icon3_lifecy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Lifecycle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lecture opens Unit II - it is the framework the rest of the unit builds on.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From Unit I to Unit II: Why Principles Now?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 focused on one dimension of Responsible AI in depth: detecting, measuring and mitigating bias.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Real-world AI systems need more than fairness alone - they must also be understandable, governed and privacy-respecting.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II introduces the broader principle-based framework that fairness fits inside.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Today's lecture sets up the structure and vocabulary used throughout the rest of Unit II.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name one Unit I topic and place it within today's broader framework.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What Is Responsible AI?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296265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AI (RAI) is the practice of designing, building and deploying AI systems in ways that are ethical, lawful and aligned with human values.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shifts AI development from "can we build this?" to "should we build this, and how do we build it responsibly?"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 is not a single technique - it is an umbrella of principles, processes and governance structures applied throughout a system's life.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Organisations increasingly formalise RAI through internal policies, review boards and regulatory compliance.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Contrast a purely performance-driven mindset with a responsibility-driven mindset using a quick example.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Core Principles of Responsible AI - Overview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429768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Principle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One-Line Meaning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Fairness &amp;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Non-Discrimination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Equitable treatment across individuals and groups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Transparency &amp;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Explainability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Understandable reasoning and honest communication of limits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Accountability &amp;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Human Oversight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Clear responsibility and the ability to intervene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Privacy &amp;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Data Governance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Lawful, respectful use of personal data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Safety, Robustness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&amp; Reliability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Consistent, safe performance under real conditions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The next five slides take one row of this table at a time.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Principle: Fairness &amp; Non-Discrimination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Ensures an AI system treats individuals and groups equitably, without unjustified discrimination.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Builds directly on the bias-detection and fairness-metric techniques studied in Unit I.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Requires ongoing subgroup monitoring, not just a one-time check before deployment.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Example: a hiring AI audited regularly for equal opportunity across gender and demographic groups.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is a direct callback to Lectures 6-8 - keep this recap brief.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Principle: Transparency &amp; Explainability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Ensures stakeholders can understand how and why an AI system produced a particular output.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Covers both the system's internal logic (explainability) and clear communication about its capabilities and limitations.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Builds trust with users, regulators and affected individuals who may need to contest a decision.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full depth of this principle is the subject of the next lecture.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Preview Lecture 11 briefly here so students see the connection.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Principle: Accountability &amp; Human Oversight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Ensures a clear chain of responsibility exists for an AI system's decisions and outcomes.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Requires defined roles, escalation paths and mechanisms for humans to review, override or halt automated decisions.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Prevents a "many hands, no owner" situation where no one is responsible when something goes wrong.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Explored in depth in Lectures 13-14 through accountability frameworks and governance.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who should be accountable if a self-driving car misclassifies an obstacle.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Principle: Privacy &amp; Data Governance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Ensures personal and sensitive data used by an AI system is collected, stored and processed lawfully and respectfully.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Covers informed consent, data minimisation, purpose limitation and protection against misuse.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Especially critical for AI used in surveillance, healthcare and finance.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Covered in depth in Lectures 16-17 on privacy concerns and data-protection principles.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 short preview is enough here - the full treatment comes in Week 6.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Principle: Safety, Robustness &amp; Reliability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Ensures an AI system performs consistently and safely, including under unexpected or adversarial conditions.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Covers testing for edge cases, resistance to manipulation, and graceful failure when the system is uncertain.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Poor robustness can silently reintroduce bias or unfairness that earlier testing failed to catch.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Works together with the other four principles rather than standing alone.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closes the five-principle overview - pause here for questions before the lifecycle section.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What Is a Trustworthy AI Lifecycle?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trustworthy AI lifecycle applies responsible-AI principles at every stage of a system's life, not only at launch.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treats trust as something built continuously, from initial design through retirement of the system.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stage has its own responsible-AI checks and expected artefacts, such as documentation and audit logs.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lifecycle view is what connects the five individual principles into one repeatable process.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Draw a simple left-to-right timeline on the board before the next three slides.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Lifecycle Stage 1-2: Design &amp; Data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Design: define the system's purpose, intended users and acceptable-use boundaries before writing any code.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collection: assess the representativeness, consent basis and known limitations of the training data.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Early identification of risk here prevents costly bias or privacy issues later in the lifecycle.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AI treats this stage as the most cost-effective point to intervene.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Link this back to Unit I's discussion of data bias as a source of downstream harm.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Lifecycle Stage 3-4: Development &amp; Testing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Development: build the model while documenting design choices, assumptions and known trade-offs.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Testing and validation: evaluate accuracy, fairness, robustness and explainability before release, not only after.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Subgroup analysis and confusion-matrix measures from Unit I are applied here as standard checks.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Any failed check should be resolved or explicitly justified before moving to deployment.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is where Lectures 6-8's techniques become a formal part of the development process.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Lifecycle Stage 5-6: Deployment &amp; Monitoring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Deployment: release the system with clear documentation of its intended use and limitations.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Monitoring: continuously track performance, fairness and drift after the system is live.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Feedback loops (Unit I) make ongoing monitoring essential, since bias can emerge only after real-world use begins.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retirement or update plan should exist for when the system no longer meets its responsible-AI standards.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Remind students that responsibility does not end at deployment - it continues for the system's whole life.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13. Governance Across the Lifecycle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Governance structures - review boards, policies and audit trails - connect the principles to the lifecycle in practice.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 ownership at every stage ensures responsible-AI checks are actually performed, not just documented.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Regulatory compliance is treated as a minimum baseline, with organisational governance often going further.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sets up Lectures 13-14, which examine accountability frameworks and governance in detail.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is a natural closing point for the conceptual portion of the lecture.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1455</Words>
  <Application>Microsoft Macintosh PowerPoint</Application>
  <PresentationFormat>Widescreen</PresentationFormat>
  <Paragraphs>194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2</cp:revision>
  <dcterms:created xsi:type="dcterms:W3CDTF">2026-08-02T17:51:56Z</dcterms:created>
  <dcterms:modified xsi:type="dcterms:W3CDTF">2026-08-18T05:33:22Z</dcterms:modified>
</cp:coreProperties>
</file>