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58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Balancing Security &amp; Privacy: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II Case Study &amp; Review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security and privacy pull in the same direction, where they conflict, and how transparency, accountability, surveillance and privacy come together in practice.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10/icon10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10/icon10_priv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10/icon10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Balancing Both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10/icon10_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II Review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The Security-Privacy Tension in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aims to protect systems and data from unauthorised access, misuse or attack.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aims to protect individuals from unwanted collection, use or exposure of their personal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goals often require different, sometimes opposing, technical choices.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AI treats this as a tension to be actively managed, not a problem with a single correct answer.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Where Security and Privacy Align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control, covered in Lecture 17, serves both goals at once: it protects data from attackers and limits who can see personal information.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 protects data from unauthorised access while also reducing the privacy harm if a breach occurs.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logs, from Lecture 12, support both security monitoring and privacy accountability using the same record.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these cases, investing in one goal directly strengthens the other.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Where Security and Privacy Conflict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security monitoring often requires collecting more data - such as detailed logs and behavioural signals - which increases privacy exposure.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Anonymisation, which protects privacy, can remove information a security team needs to detect and investigate an attack.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 for building security directly trades individual privacy for a security benefit, as seen in Lecture 15.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Neither goal should be allowed to fully override the other without a deliberate, justified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 Problem-Solving Framework for Balancing Both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specific security risk and the specific privacy risk in the situation, rather than treating it as a vague trade-off.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whether a technique exists that serves both goals at once, such as access control or encryption, before assuming a trade-off is necessary.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 genuine trade-off remains, apply the least privacy-invasive option that still achieves the required security outcome.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 the decision and its reasoning, using the transparency and accountability practices from earlier in this unit.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Unit II Case Study - Setup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city proposes installing AI-powered cameras with facial recognition and behavioural monitoring in public transit stations to reduce crime.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would identify persons of interest, track unusual movement patterns, and retain footage for 90 days.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Civil liberties groups raise concerns about surveillance, profiling and a lack of clear oversight.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transit authority must decide how, or whether, to deploy the system responsibly.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Unit II Case Study - Applying the Concepts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(Lectures 11-12): the authority should publish a system card describing the technology's purpose, accuracy and limitations.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(Lectures 13-14): a named oversight body should review matches and handle escalations, not the system alone.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(Lectures 16-17): footage should be minimised and anonymised wherever possible, with strict access control and a limited retention period.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Balancing security and privacy: facial recognition could be restricted to a documented list of serious offences, not open-ended monitoring.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The Debate: Facial Recognition in Public Spaces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402336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Arguments For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Arguments Against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deter and help solve serious crime in high-risk public areas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Enables constant monitoring of people who have done nothing wrong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Frees officers from manually reviewing large volumes of footage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Documented accuracy gaps disproportionately misidentify some groups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scoped narrowly to specific, serious offences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Systems deployed narrowly often expand in scope over time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Macintosh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4</cp:revision>
  <dcterms:created xsi:type="dcterms:W3CDTF">2026-08-18T02:52:59Z</dcterms:created>
  <dcterms:modified xsi:type="dcterms:W3CDTF">2026-09-07T07:46:12Z</dcterms:modified>
</cp:coreProperties>
</file>