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923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lecture is deliberately lean — most of the traversal and priority-queue material already exists (Lecture 23, Lecture 14). The genuinely new content is construction: turning a postfix string into the tree, not just reading one that already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stack discipline as Lecture 10's evaluator, and the same pop-order trap: right pops FIRST, left pops SECOND — order matters for non-commutative operators exactly as it did for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how little is new here: this is Lecture 10's evaluatePostfix with 'int' replaced by 'struct Node *' and arithmetic replaced by node creation. Same shape, different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is the program's real, compiled output — not hand-simulated. This is the same tree used in Lectures 21 and 23, now shown coming INTO existence rather than already given.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no — it is guaranteed. Construction consumes postfix; postorder traversal produces postfix. They are inverse operations on the same tree, so applying one after the other is an identity. A clean way to verify a tree-building function is correct: build, then postorder, and check you get back what you started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brief — the point is only to connect Lecture 14's unfinished business (the O(n) removeHighest) to a specific upcoming lecture, using vocabulary (complete tree, array representation) this class already has from Lecture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answer: verify with code before class - postfix P Q + R S - * builds root '*' with left child '+' (children P,Q) and right child '-' (children R,S). Root is '*'.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DATA STRUCTURES WITH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Tree, Not Just Walking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Tree Construction · A Priority Queue Bridge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 •  Lecture 24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7863840" cy="777240"/>
          </a:xfrm>
          <a:prstGeom prst="roundRect">
            <a:avLst>
              <a:gd name="adj" fmla="val 8235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3273552"/>
            <a:ext cx="75346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21 introduced expression trees. Lecture 23 formalized WALKING them. Today: the missing piece, BUILDING one from postfix — and a short bridge to priority queues.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idea: postfix evaluation, but with tree nodes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69533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86953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832957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Operand:  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leaf node. Push 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491325"/>
            <a:ext cx="329184" cy="32918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4913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454749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Operator:  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two nodes (right first, then left). Make a new node with the operator as root and those two as its children. Push the new node.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113117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11311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076541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input:  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node remains on the stack — that is the root of the whole tree.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buildExpressionTree( ): the algorithm in C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486400" cy="3703320"/>
          </a:xfrm>
          <a:prstGeom prst="roundRect">
            <a:avLst>
              <a:gd name="adj" fmla="val 1728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5212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*buildExpressionTree(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const char postfix[])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 = -1;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postfix[i]; i++)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 ch = postfix[i];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(ch == ' ') continue;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(isOperator(ch))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struct Node *right = pop();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struct Node *left  = pop();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struct Node *node  = newNode(ch);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node-&gt;left  = left;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node-&gt;right = right;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push(node);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push(newNode(ch));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pop();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1371600"/>
            <a:ext cx="2606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here holds struct Node *, not int — the only structural change from Lecture 10.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isOperator(ch) checks for + - * /.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pop() returns the root — the whole tree, in one pointer.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Trace: building from  A B C * + D -  (verified)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(bottom→top)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 leaf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 leaf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 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 leaf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 B  C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pop C, pop B → *(B,C), push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 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pop *, pop A → +(A,*), push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 leaf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 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pop D, pop + → -(+,D), push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remains: the '-' built at step 7. It is the root — exactly the tree from Lectures 21 and 23.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round trip: build, then walk, and check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79004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*root = buildExpressionTree("A B C * + D -");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2221992"/>
            <a:ext cx="790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preorder(root)  =  </a:t>
            </a:r>
            <a:r>
              <a:rPr lang="en-US" sz="13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+ A * B C D  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(prefix)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999232"/>
            <a:ext cx="790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inorder(root)  =  </a:t>
            </a:r>
            <a:r>
              <a:rPr lang="en-US" sz="13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* C - D  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(infix)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3776472"/>
            <a:ext cx="790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postorder(root)  =  </a:t>
            </a:r>
            <a:r>
              <a:rPr lang="en-US" sz="13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 * + D -  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as the input!)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Bridge: why priority queues sit next to trees here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188720"/>
          </a:xfrm>
          <a:prstGeom prst="roundRect">
            <a:avLst>
              <a:gd name="adj" fmla="val 538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7900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queues were built in full back in Unit II, Lecture 14 — insert, removeHighest, the O(1)-insert/O(n)-remove trade-off, and the promise that a better structure was coming.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promised structure is a HEAP — and a heap is a complete BINARY TREE.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22 already gave you the array representation a heap needs — index i's children at 2i+1, 2i+2.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heap keeps the tree SHAPED so the highest priority is always sitting at the root — removeHighest becomes O(log n), insert too.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heap construction and operations are covered properly in Unit IV, Lecture 35 — today just names the connection.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24  • 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is evaluation's mirror image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buildExpressionTree scans postfix with a stack of NODES: operand -&gt; push leaf; operator -&gt; pop two, combine, push.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pop-order trap as Lecture 10 applies: right pops first, left pops second.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remains at the end — the root. Construction and postorder traversal are inverses of each other on the same tree.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queues (Lecture 14) and heaps (Lecture 35) both rest on the tree ideas built across this unit — shape, array representation, and now construction.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7863840" cy="960120"/>
          </a:xfrm>
          <a:prstGeom prst="roundRect">
            <a:avLst>
              <a:gd name="adj" fmla="val 6667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374904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expression tree for postfix  P Q + R S - *  by hand, tracing the node stack after every symbol. What is the root?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lecture: threaded binary trees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1109</Words>
  <Application>Microsoft Macintosh PowerPoint</Application>
  <PresentationFormat>On-screen Show (16:9)</PresentationFormat>
  <Paragraphs>115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Mr. Manoj Kaushik</cp:lastModifiedBy>
  <cp:revision>4</cp:revision>
  <dcterms:created xsi:type="dcterms:W3CDTF">2026-09-14T01:52:42Z</dcterms:created>
  <dcterms:modified xsi:type="dcterms:W3CDTF">2026-09-14T09:25:29Z</dcterms:modified>
</cp:coreProperties>
</file>