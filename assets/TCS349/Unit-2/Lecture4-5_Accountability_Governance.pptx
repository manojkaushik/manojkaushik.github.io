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delSld">
      <pc:chgData name="SC22D012-Manoj Kaushik 2022-PHD-Earth&amp;SpaceScience" userId="78d50035-fc00-4ea2-995b-b881e10649a1" providerId="ADAL" clId="{275C7A75-CDE0-511A-B56E-A781402A3859}" dt="2026-08-18T02:27:19.797" v="4" actId="2696"/>
      <pc:docMkLst>
        <pc:docMk/>
      </pc:docMkLst>
      <pc:sldChg chg="del">
        <pc:chgData name="SC22D012-Manoj Kaushik 2022-PHD-Earth&amp;SpaceScience" userId="78d50035-fc00-4ea2-995b-b881e10649a1" providerId="ADAL" clId="{275C7A75-CDE0-511A-B56E-A781402A3859}" dt="2026-08-18T02:26:49.202" v="0" actId="2696"/>
        <pc:sldMkLst>
          <pc:docMk/>
          <pc:sldMk cId="0" sldId="257"/>
        </pc:sldMkLst>
      </pc:sldChg>
      <pc:sldChg chg="del">
        <pc:chgData name="SC22D012-Manoj Kaushik 2022-PHD-Earth&amp;SpaceScience" userId="78d50035-fc00-4ea2-995b-b881e10649a1" providerId="ADAL" clId="{275C7A75-CDE0-511A-B56E-A781402A3859}" dt="2026-08-18T02:26:53.328" v="1" actId="2696"/>
        <pc:sldMkLst>
          <pc:docMk/>
          <pc:sldMk cId="0" sldId="258"/>
        </pc:sldMkLst>
      </pc:sldChg>
      <pc:sldChg chg="del">
        <pc:chgData name="SC22D012-Manoj Kaushik 2022-PHD-Earth&amp;SpaceScience" userId="78d50035-fc00-4ea2-995b-b881e10649a1" providerId="ADAL" clId="{275C7A75-CDE0-511A-B56E-A781402A3859}" dt="2026-08-18T02:26:58.716" v="2" actId="2696"/>
        <pc:sldMkLst>
          <pc:docMk/>
          <pc:sldMk cId="0" sldId="259"/>
        </pc:sldMkLst>
      </pc:sldChg>
      <pc:sldChg chg="del">
        <pc:chgData name="SC22D012-Manoj Kaushik 2022-PHD-Earth&amp;SpaceScience" userId="78d50035-fc00-4ea2-995b-b881e10649a1" providerId="ADAL" clId="{275C7A75-CDE0-511A-B56E-A781402A3859}" dt="2026-08-18T02:27:12.434" v="3" actId="2696"/>
        <pc:sldMkLst>
          <pc:docMk/>
          <pc:sldMk cId="0" sldId="272"/>
        </pc:sldMkLst>
      </pc:sldChg>
      <pc:sldChg chg="del">
        <pc:chgData name="SC22D012-Manoj Kaushik 2022-PHD-Earth&amp;SpaceScience" userId="78d50035-fc00-4ea2-995b-b881e10649a1" providerId="ADAL" clId="{275C7A75-CDE0-511A-B56E-A781402A3859}" dt="2026-08-18T02:27:19.797" v="4" actId="2696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043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2, Lectures 4 &amp;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 in AI: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Roles, Oversight &amp; Governance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is responsible when an AI system causes harm - and how organisations build the frameworks, oversight and compliance structures that make accountability real.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80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work6/icon6_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 &amp; Responsibility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work6/icon6_overs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work6/icon6_esca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work6/icon6_govern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 &amp; Compliance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What Is Accountability in AI?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 is the obligation to answer for an AI system's decisions, actions and outcomes, including any harm it causes.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requires that responsibility be assigned to specific people or roles, not left to the system itself.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accountable organisation can always answer: who approved this system, who monitors it, and who acts when something goes wrong.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 turns responsible-AI principles into an enforceable obligation rather than a voluntary aspiration.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Roles &amp; Responsibility Across the AI Lifecycle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team: accountable for the quality, consent and representativeness of the data used.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ML/engineering team: accountable for model design, testing and documented performance, including fairness checks.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owner: accountable for defining intended use and approving deployment.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Deploying organisation: accountable for ongoing monitoring, user communication and responding to harm after launch.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Human Oversight - Why It's Needed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oversight means a person retains the ability to review, question or override an AI system's decisions.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acts as a safeguard against errors, edge cases and biases that automated testing did not catch.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Oversight is especially critical in high-stakes domains such as healthcare, lending, hiring and criminal justice.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oversight, accountability has no practical mechanism to act 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Levels of Human Oversight</a:t>
            </a:r>
            <a:endParaRPr lang="en-US" sz="2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4023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Level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Means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Human-in-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the-Loop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human reviews and approves every individual decision before it takes effect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Human-on-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the-Loop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human monitors the system in real time and can intervene, but does not approve every decision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Human-in-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Command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human retains overall control and can override, disable or halt the system at any point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Escalation Mechanisms - What They Are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escalation mechanism is a defined path for routing a decision or concern from the automated system to a responsible human.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specifies who is notified, under what conditions, and how quickly a response is required.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Escalation is what turns human oversight from a general capability into a specific, working process.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well-designed escalation path exists before a system is deployed, not after a failure occurs.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Designing an Escalation Path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Trigger: a decision the model is highly uncertain about, or one it rejects, above a defined threshold.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Route: the case is flagged and sent to a named reviewer or review queue, not left unresolved.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 time: a maximum time limit is set for the human reviewer to act.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Record: the escalation, reviewer decision and reasoning are logged in the system's audit trail.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Summary: Accountability Basics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 assigns clear responsibility for an AI system's decisions across defined roles.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oversight, at an appropriate level, is the safeguard that accountability depends 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Escalation mechanisms turn oversight into a specific, working process rather than a vague promise.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Next: how organisations formalise accountability through frameworks, governance and compliance.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From Accountability to Accountability Frameworks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roles and escalation paths work at the level of one system - frameworks operate at the level of an entire organisation.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accountability framework standardises how every AI system in an organisation is reviewed, approved and monitored.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prevents accountability from depending on the judgement of one team or individual alone.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bridge from Lecture 13's practices to Lecture 14's structures.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What Is an Accountability Framework?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accountability framework is a formal structure defining roles, review processes and documentation required before, during and after deployment.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typically includes a review board or committee, a risk-tiering process, and required sign-offs at key stages.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Higher-risk systems - such as those affecting employment, credit or safety - usually require stricter review under the framework.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Well-known reference points include the NIST AI Risk Management Framework and organisation-specific responsible-AI policies.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Organisational Governance Structures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Responsible AI review boards: cross-functional groups that evaluate a system's risk before approving deployment.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Internal policies and standards: written rules defining minimum requirements for fairness, transparency and documentation.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Designated ownership: a named individual or team accountable for each deployed system, not a diffuse group.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and awareness: ensuring staff across the organisation understand their role in responsible AI.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Regulatory Compliance - Why It Matters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compliance is the minimum legal baseline an AI system must meet - it does not replace organisational governance, which often goes further.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Regulations increasingly require documented risk assessments, human oversight and the ability to explain automated decisions.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Non-compliance can carry legal penalties, but also reputational and operational harm.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 requirements differ by sector and region, so accountability frameworks must be adaptable.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0" y="82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Governance and Compliance Working Together</a:t>
            </a:r>
            <a:endParaRPr lang="en-US" sz="2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4206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Layer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Regulation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Data-protection law requiring notice before an automated decision affecting a person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Organisational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Internal rule requiring subgroup fairness testing before any model is approved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Team Practice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 team documents fairness results in a model card before requesting sign-off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Escalation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Record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Reviewer logs the reason for overriding a specific automated decision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</Words>
  <Application>Microsoft Macintosh PowerPoint</Application>
  <PresentationFormat>Widescreen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2026-08-10T07:11:11Z</dcterms:created>
  <dcterms:modified xsi:type="dcterms:W3CDTF">2026-08-18T14:22:19Z</dcterms:modified>
</cp:coreProperties>
</file>