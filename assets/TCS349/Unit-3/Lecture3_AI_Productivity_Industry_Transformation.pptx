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3, Lecture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AI-Driven Productivity: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 Growth &amp; Industry Transformation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AI raises output per worker, contributes to broader economic growth, and reshapes how entire industries - from farms to factories to financial markets - operate.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Mr. Manoj Kaushik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0" name="Image 0" descr="/home/claude/work14/icon14_produ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Productivity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3" name="Image 1" descr="/home/claude/work14/icon14_grow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 Growth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6" name="Image 2" descr="/home/claude/work14/icon14_indu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Transformation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</p:sp>
      <p:pic>
        <p:nvPicPr>
          <p:cNvPr id="19" name="Image 3" descr="/home/claude/work14/icon14_casestudi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Sectoral Case Studies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AI and Productivity - The Basic Mechanism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Productivity measures how much output is produced per unit of input, typically per worker-hour.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increases productivity primarily by reducing the time needed to complete routine tasks and by improving the accuracy of decisions.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Productivity gains can come from doing the same work faster, or from producing higher-quality output with the same effort.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 partial automation of a task can raise a worker's overall output if it removes a bottleneck in their daily workflow.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AI and Economic Growth - The Macro Picture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an economy-wide level, productivity gains from AI can translate into higher GDP growth, since more value is created from the same labour and capital.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Growth from AI is not automatic - it depends on how widely AI tools are adopted across firms and how effectively workers are retrained to use them.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Economists distinguish between AI's direct effects on productivity and its indirect effects, such as enabling entirely new products and services.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Growth benefits have historically taken years to fully appear after a major technology is introduced, a pattern also expected with AI.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Sectoral Case Study: Agriculture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precision agriculture uses sensors and satellite imagery to optimise irrigation, fertiliser use and pest control field by field.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Crop-monitoring models can predict yield and detect disease earlier than manual field inspection alone.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tools have increased output per hectare in some regions while reducing water and chemical use.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Adoption remains uneven, since the technology requires reliable connectivity and upfront investment that not every farm can access.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Sectoral Case Study: Manufacturing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maintenance models forecast equipment failures before they happen, reducing unplanned downtime on production lines.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AI-driven quality inspection using computer vision catches defects faster and more consistently than manual inspection.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Supply-chain forecasting models help manufacturers plan production and inventory more precisely, reducing waste.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Together, these tools have shifted many manufacturing roles from manual execution toward monitoring and exception handling.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Sectoral Case Study: Finance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AI-driven fraud detection models analyse transaction patterns in real time, flagging suspicious activity far faster than manual review.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Algorithmic credit scoring has sped up loan decisions, though it inherits the fairness challenges studied in Unit 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Robo-advisory platforms use AI to offer investment guidance at a lower cost than traditional financial advisors.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institutions increasingly need dedicated model-risk and compliance functions to govern these AI systems responsibly.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Sectoral Case Study: Healthcare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AI-assisted diagnostic tools help clinicians detect conditions earlier from medical imaging, lab results and patient records.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Hospital operations use AI for scheduling, resource allocation and predicting patient admission surges.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Drug-discovery research increasingly uses AI to narrow down promising compounds before costly clinical trials.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Productivity gains here are measured not only in cost savings but in improved patient outcomes and reduced clinician workload.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Industry Transformation - Common Patterns Across Sectors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Across every sector, AI tends to shift work from routine execution toward oversight, exception handling and interpretation of AI output.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AI-specific roles emerge within each industry, echoing the occupational shifts discussed in Lecture 1 of this unit.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Firms that adopt AI early can gain a durable productivity and cost advantage over slower-moving competitors in the same industry.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sector-specific patterns are the building blocks for Lecture 4's broader look at inequality and the concentration of economic power.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2026-09-14T01:55:46Z</dcterms:created>
  <dcterms:modified xsi:type="dcterms:W3CDTF">2026-09-14T01:55:46Z</dcterms:modified>
</cp:coreProperties>
</file>