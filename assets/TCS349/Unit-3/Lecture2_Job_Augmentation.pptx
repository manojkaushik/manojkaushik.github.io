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75C7A75-CDE0-511A-B56E-A781402A3859}"/>
    <pc:docChg chg="modSld">
      <pc:chgData name="SC22D012-Manoj Kaushik 2022-PHD-Earth&amp;SpaceScience" userId="78d50035-fc00-4ea2-995b-b881e10649a1" providerId="ADAL" clId="{275C7A75-CDE0-511A-B56E-A781402A3859}" dt="2026-09-07T18:08:00.705" v="0" actId="20577"/>
      <pc:docMkLst>
        <pc:docMk/>
      </pc:docMkLst>
      <pc:sldChg chg="modSp mod">
        <pc:chgData name="SC22D012-Manoj Kaushik 2022-PHD-Earth&amp;SpaceScience" userId="78d50035-fc00-4ea2-995b-b881e10649a1" providerId="ADAL" clId="{275C7A75-CDE0-511A-B56E-A781402A3859}" dt="2026-09-07T18:08:00.705" v="0" actId="20577"/>
        <pc:sldMkLst>
          <pc:docMk/>
          <pc:sldMk cId="0" sldId="256"/>
        </pc:sldMkLst>
        <pc:spChg chg="mod">
          <ac:chgData name="SC22D012-Manoj Kaushik 2022-PHD-Earth&amp;SpaceScience" userId="78d50035-fc00-4ea2-995b-b881e10649a1" providerId="ADAL" clId="{275C7A75-CDE0-511A-B56E-A781402A3859}" dt="2026-09-07T18:08:00.705" v="0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8932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3, Lecture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 Augmentation: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Human-AI Collaboration &amp; Redesigned Work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AI can extend human capability rather than replace it - and what it takes to redesign work so people and AI genuinely complement each other.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 Manoj Kaushik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work12/icon12_augm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 Augmentation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work12/icon12_collabo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Human-AI Collaboration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work12/icon12_redesi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Redesign of Work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work12/icon12_skil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Skills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Job Augmentation - What It Means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 augmentation means AI takes on specific sub-tasks within a role while a human continues to perform the tasks that require judgement, context or interpersonal skill.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Unlike full automation, augmentation keeps the human in the workflow as an active decision-maker, not a passive supervisor.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Augmentation typically targets the most time-consuming or error-prone parts of a role, freeing capacity for higher-value work.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AI capability can be deployed as either automation or augmentation, depending entirely on how the workflow is designed around it.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Human-AI Collaboration Models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Sequential collaboration: AI completes an initial pass - a draft, a prediction, a summary - and a human reviews or finishes it.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Parallel collaboration: AI and human work on different parts of a task simultaneously, then combine results.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AI-as-assistant: a human directs the work and calls on AI as a tool for specific sub-tasks, on demand.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right model depends on how much judgement a task requires and how costly an AI error would be if left unchecked.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Scenario: Augmentation in Healthcare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radiologist uses an AI system that pre-screens scans and highlights regions likely to contain an abnormality.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radiologist still makes the final diagnosis, using the AI's highlights as a starting point rather than a verdict.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sequential model lets the radiologist review more scans in the same time, while catching cases that manual review alone might miss.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design choice to keep a human as final decision-maker directly reflects the human-oversight principle from Unit II.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Scenario: Augmentation in Customer Service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support agent uses an AI assistant that suggests responses and surfaces relevant account information in real time during a call.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agent chooses whether to use, edit or discard each suggestion based on the specific customer's situation.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AI-as-assistant model reduces time spent searching for information, letting the agent focus on the conversation itself.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Response quality and customer satisfaction still depend on the agent's judgement, even though the AI shapes what is readily available to them.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Redesigning Work Around AI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Simply adding an AI tool to an unchanged workflow rarely produces the full benefit of augmentation.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Effective redesign reallocates a worker's time from the automated sub-tasks toward the judgement-based tasks AI cannot perform.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Roles, performance metrics and training often need to be updated alongside the technology itself, not left as they were.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Workers who are not involved in redesigning their own workflow are more likely to resist or under-use a new AI tool.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New Skills Needed for Human-AI Collaboration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literacy: understanding what an AI tool can and cannot reliably do, including its likely failure modes.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evaluation: knowing when to trust an AI suggestion and when to override it, rather than accepting outputs by default.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Prompting and tool direction: framing a task clearly enough for an AI system to produce a useful starting point.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skills increasingly matter across many occupations, not only in technical or AI-specialist roles.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Risks of Poorly Designed Augmentation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Automation bias: workers may over-trust AI suggestions, reducing the quality of the human review step the design assumed would catch errors.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 erosion: heavy reliance on AI for a sub-task can gradually weaken a worker's own ability to perform that task unaided.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Increased workload: augmentation can add oversight burden without removing enough of the original task, leaving workers busier rather than more effective.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risks reinforce why augmentation must be designed deliberately, using the accountability and oversight principles from Unit II.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</Words>
  <Application>Microsoft Macintosh PowerPoint</Application>
  <PresentationFormat>Widescreen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Mr. Manoj Kaushik</cp:lastModifiedBy>
  <cp:revision>1</cp:revision>
  <dcterms:created xsi:type="dcterms:W3CDTF">2026-09-07T18:01:06Z</dcterms:created>
  <dcterms:modified xsi:type="dcterms:W3CDTF">2026-09-07T18:08:02Z</dcterms:modified>
</cp:coreProperties>
</file>