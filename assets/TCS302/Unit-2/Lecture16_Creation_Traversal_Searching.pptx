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24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15 built a 3-node list with three separate hand-written malloc blocks. Today that repetition becomes a loop — the natural next step once a pattern repeats enough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walk the whole list from head every single time — O(n) per insertion, O(n²) total for n nodes. A tail pointer turns this into O(1) per insertion, O(n)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this exact numbered form on the board — it is the standard exam-answer shape for 'algorithm to create a linked list'. Step 2c/2d is the one place students get confused: the FIRST node needs head set, every node AFTER needs tail-&gt;next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if/else is the single most important branch in the whole lecture — almost every list-building bug traces back to forgetting this special case for the first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FIRST iteration slowly on the board: head is NULL, so head=node runs; then tail=node runs unconditionally. By the SECOND iteration, tail already correctly points at node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compiled program's real behaviour. Point out explicitly: head is set ONCE, on i=1, and never touched again — exactly the discipline slide 10 of Lecture 15 warned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this pattern explicitly as the unit's workhorse. Students should be able to recite: start at head, stop at NULL, step with p = p-&gt;next.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the search() function from Lecture 15's Practice 7 — today it gets the formal algorithm treatment and a full complexity discussion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no — binary search needs O(1) random access to the middle element, but a linked list only offers O(n) access to reach any node beyond the first. This is a genuinely important limitation to name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nodes built entirely by the loop from Lecture 16, then both the traversal and search functions exercised on it. This slide is the payoff — everything since slide 3 has been building toward this one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discussion closer: what stayed exactly the same between the two lectures (the struct, the linking line, the traversal loop) versus what is genuinely new (the loop wrapper, the tail pointer).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answer: only 'node-&gt;data = i * 10;' changes, to 'scanf("%d", &amp;node-&gt;data);' — everything else (the head/tail logic, the loop structure) stays identical. Good confidence-builder showing how little of the algorithm actually depends on WHERE the data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Lists with a Loop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Traversal and Searching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•  Lecture 16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3794760"/>
            <a:ext cx="91440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3794760"/>
            <a:ext cx="914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172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3794760"/>
            <a:ext cx="914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3794760"/>
            <a:ext cx="914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794760"/>
            <a:ext cx="914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3794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LOOP, not five separate blocks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what got repetitive last 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5385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900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15's pattern, three times over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a node -&gt; fill data -&gt; set next = NULL -&gt; link the PREVIOUS node to it -&gt; repeat.</a:t>
            </a:r>
            <a:endParaRPr lang="en-US" sz="125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fine for 3 nodes. Utterly impractical for 300.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can do this exact pattern any number of times.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new idea: we need a pointer that always remembers the CURRENT LAST node, so linking never requires re-walking the list.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pointer is usually called tail (or last) — today's genuinely new character.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Algorithm: CREATE a list of n nodes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head = NULL, tail = NULL.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591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910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 times: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Allocate a new node; check for NULL.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957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Fill its data; set its next = NULL.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980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head == NULL, this is the FIRST node: set head = node.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Else: attach after the last node: tail-&gt;next = node.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602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6027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Set tail = node  (this node is now the last one).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0050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head.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FIRST node needs special treatment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828800"/>
          </a:xfrm>
          <a:prstGeom prst="roundRect">
            <a:avLst>
              <a:gd name="adj" fmla="val 3500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node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is a real node.</a:t>
            </a:r>
            <a:endParaRPr lang="en-US" sz="125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tail-&gt;next = newNode links it in cleanly.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828800"/>
          </a:xfrm>
          <a:prstGeom prst="roundRect">
            <a:avLst>
              <a:gd name="adj" fmla="val 3500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307592"/>
            <a:ext cx="36941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node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is still NULL — there is no node to attach to yet!</a:t>
            </a:r>
            <a:endParaRPr lang="en-US" sz="125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tail-&gt;next would crash (NULL has no -&gt;next).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check if (head == NULL) first — if so, this new node BECOMES head (and tail).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node skips that branch and safely uses tail-&gt;next.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loop version of exactly what Lecture 15 did by hand: node 1 was special, nodes 2 and 3 followed the same rule.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createList( ) — the algorithm in 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029200" cy="3703320"/>
          </a:xfrm>
          <a:prstGeom prst="roundRect">
            <a:avLst>
              <a:gd name="adj" fmla="val 1728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*createList(int n)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*head = NULL;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*tail = NULL;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 i &lt;= n; i++)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struct Node *node = malloc(sizeof(struct Node));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(node == NULL) exit(1);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node-&gt;data = i * 10;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node-&gt;next = NULL;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(head == NULL)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head = node;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tail-&gt;next = node;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tail = node;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head;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23560" y="137160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and tail both start NULL — an empty list.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 pass is exactly one Lecture-15 block, automated.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= node happens EVERY iteration — including the first, so it is ready for iteration two.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createList(3) — verified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0116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so far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10 -&gt; NULL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20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10 -&gt; 20 -&gt; NULL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10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30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10 -&gt; 20 -&gt; 30 -&gt; NULL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NEVER changes after i = 1. Only tail moves forward, one node at a time — exactly why attaching is O(1).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Traversal, formalized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2606040"/>
          </a:xfrm>
          <a:prstGeom prst="roundRect">
            <a:avLst>
              <a:gd name="adj" fmla="val 2456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traverse(struct Node *head)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printf("List: ");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(struct Node *p = head;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 != NULL;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 = p-&gt;next)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 -&gt; ", p-&gt;data);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printf("NULL\n");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0" y="13258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loop previewed in Lecture 15, now given its own name and its own function.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every node is visited exactly once — O(n).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for the rest of this unit (search, insert, delete) is built as "traversal, plus one extra step".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Algorithm: SEARCH for a value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position = 1, and p = head.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 is not NULL: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p-&gt;data equals the key, return position (FOUND).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Otherwise, advance: p = p-&gt;next, position = position + 1.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loop ends without returning, the key is not in the list — return -1.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400507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traversal PLUS ONE extra step: a comparison, and an early return on success.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search( ) — code and cost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0" cy="32004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search(struct Node *head, int key)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position = 1;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(struct Node *p = head;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 != NULL; p = p-&gt;next)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(p-&gt;data == key)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position;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position++;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      /* not found */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F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280160"/>
          <a:ext cx="320040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(found at head)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(found)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(not found)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createList + traverse +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*head = createList(5);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2801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48840" y="2011680"/>
            <a:ext cx="12801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488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2011680"/>
            <a:ext cx="128016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49240" y="2011680"/>
            <a:ext cx="12801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492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2011680"/>
            <a:ext cx="12801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2900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20116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49040" y="2542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3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15361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traverse(head)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10 -&gt; 20 -&gt; 30 -&gt; 40 -&gt; 50 -&gt; NULL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search(head, 30)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 found at position 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search(head, 99)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 not found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real, compiled output — not invented.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15 vs Lecture 16: same idea, different scale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 •  UNIT 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651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15 (by hand)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16 (by loop)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for n nodes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copy-pasted blocks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loop, any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a node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new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increase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typos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(repetitive by hand)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(one block, reused)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idea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malloc + linking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 tail pointer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  •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replace repetition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createList uses a tail pointer so every new node attaches in O(1) — without it, each insertion would need an O(n) walk to find the end.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node is special: head == NULL means "set head"; every later node uses tail-&gt;next.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is the unit's core pattern: start at head, stop at NULL, step with p = p-&gt;next — O(n).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traversal plus one comparison, with an early return on success — O(n) worst case, and binary search is NOT possible here (no random access).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7863840" cy="9144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createList so it reads each value with scanf instead of using i * 10. What line changes, and what stays exactly the same?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1787</Words>
  <Application>Microsoft Macintosh PowerPoint</Application>
  <PresentationFormat>On-screen Show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2026-08-18T00:16:57Z</dcterms:created>
  <dcterms:modified xsi:type="dcterms:W3CDTF">2026-09-03T10:45:38Z</dcterms:modified>
</cp:coreProperties>
</file>