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94360"/>
            <a:ext cx="73152" cy="5120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621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3, Lecture 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15544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AI, Inequality &amp;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Concentration of Power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 benefits most from AI-driven growth, why power concentrates among a small number of firms, and how unequal access widens the digital divide.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47091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Mr. Manoj Kaushik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Assistant Professor, Department of CSE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Graphic Era Hill University, Bhimtal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6092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</p:sp>
      <p:pic>
        <p:nvPicPr>
          <p:cNvPr id="10" name="Image 0" descr="/home/claude/work15/icon15_ine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580" y="1143000"/>
            <a:ext cx="777240" cy="777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7064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Economic Inequality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9264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</p:sp>
      <p:pic>
        <p:nvPicPr>
          <p:cNvPr id="13" name="Image 1" descr="/home/claude/work15/icon15_pow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0" y="1143000"/>
            <a:ext cx="77724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0236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Concentration of Power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6092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</p:sp>
      <p:pic>
        <p:nvPicPr>
          <p:cNvPr id="16" name="Image 2" descr="/home/claude/work15/icon15_divi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0" y="3611880"/>
            <a:ext cx="777240" cy="7772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7064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Digital Divide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69264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</p:sp>
      <p:pic>
        <p:nvPicPr>
          <p:cNvPr id="19" name="Image 3" descr="/home/claude/work15/icon15_discuss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3611880"/>
            <a:ext cx="777240" cy="7772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0236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Critical Perspectives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AI and Economic Inequality - How the Gap Widens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AI's productivity gains are not distributed evenly - they tend to flow disproportionately to capital owners and highly skilled workers who can direct AI tools.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Workers whose tasks are most automatable often see wage stagnation or job loss, while those who complement AI see rising demand and pay.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dynamic can widen the gap between high-skill and low-skill wages, even as overall economic output grows.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inequality can compound over time, since capital gained from early AI adoption often funds further AI investment.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Winner-Take-Most Dynamics in AI Markets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Building competitive AI systems requires enormous data, computing infrastructure and talent, favouring firms that already have scale.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Once an AI product gains enough users, the resulting data can improve the product further, reinforcing the leader's advantage.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dynamics make AI markets prone to a small number of dominant firms rather than many competing equally.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Smaller firms and startups increasingly depend on a handful of large firms for the cloud computing and AI infrastructure they need.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Concentration of Power Among AI Developers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small number of companies control the most advanced AI models, the computing infrastructure to train them, and the platforms to distribute them.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concentration gives these firms outsized influence over what AI capabilities exist and how they are governed.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Decisions made by a handful of organisations can shape norms, safety standards and access for the entire industry.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Concentrated power raises accountability questions similar to those in Unit II, but now at an industry-wide, rather than single-system, scale.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The Digital Divide - Access to AI's Benefits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digital divide refers to unequal access to the internet, devices and digital skills needed to benefit from AI technologies.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Without reliable connectivity or affordable devices, individuals and businesses cannot access AI tools even when they are available.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divide exists within countries, between urban and rural areas, and between wealthier and poorer nations globally.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can widen an existing digital divide, since those already connected gain new capabilities faster than those who are not.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Geographic and Global Inequality in AI Adoption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cutting-edge AI research, investment and infrastructure is concentrated in a small number of countries and regions.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Nations without this infrastructure risk becoming primarily consumers of AI products built elsewhere, rather than shapers of the technology.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Language and cultural bias in training data can make AI tools work less well for regions underrepresented in that data.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Building local AI capacity is increasingly treated as a matter of economic competitiveness and national policy, not just technical development.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Labour Market Polarisation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adoption has been associated with growth at both the high-skill and low-skill ends of the labour market, while many routine middle-skill roles shrink.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High-skill roles benefit from AI as a productivity multiplier, and low-skill roles often remain hard to automate due to physical or interpersonal demands.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Middle-skill, routine-task roles - many clerical and administrative positions - are the most exposed to this polarisation.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pattern connects directly to the task automation and displacement dynamics covered in Lecture 1 of this unit.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Critical Perspectives - Competing Views on AI and Inequality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Optimistic view: AI is a general-purpose technology that will eventually raise living standards broadly, as previous technological revolutions did over time.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Critical view: without deliberate policy intervention, AI's gains will concentrate further among those who already own capital and data.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middle position argues the outcome is not predetermined - it depends on choices made now about taxation, education and regulation.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debate underpins the governance and public-policy questions examined later in this unit.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2026-09-14T02:36:34Z</dcterms:created>
  <dcterms:modified xsi:type="dcterms:W3CDTF">2026-09-14T02:36:34Z</dcterms:modified>
</cp:coreProperties>
</file>