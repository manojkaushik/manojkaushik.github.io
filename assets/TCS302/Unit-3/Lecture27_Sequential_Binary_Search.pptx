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21T07:01:36.265" v="4" actId="1076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21T07:01:36.265" v="4" actId="1076"/>
        <pc:sldMkLst>
          <pc:docMk/>
          <pc:sldMk cId="0" sldId="264"/>
        </pc:sldMkLst>
        <pc:spChg chg="mod">
          <ac:chgData name="SC22D012-Manoj Kaushik 2022-PHD-Earth&amp;SpaceScience" userId="78d50035-fc00-4ea2-995b-b881e10649a1" providerId="ADAL" clId="{275C7A75-CDE0-511A-B56E-A781402A3859}" dt="2026-09-21T07:01:22.130" v="1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1T07:01:29.895" v="3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1T07:01:36.265" v="4" actId="1076"/>
          <ac:spMkLst>
            <pc:docMk/>
            <pc:sldMk cId="0" sldId="264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9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is a direct callback to Huffman's greedy 'always pick the smallest' rule and to the binary tree shapes from Lectures 21-22 - binary search's halving is the same divide-in-two idea, applied to a sorted array instead of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genuine trade-off investigation, not just 'binary search is better' - sequential search's one advantage (works on unsorted data) is worth stating up front so the comparison later feels earned, not one-sided.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possible search, and its complexity is the simplest to state: O(1) best case, O(n) worst and average case. No cleverness, no precondition - the honest baseline every other search is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by running the actual code. Notice 77 (the LAST element) costs the SAME as a missing element - sequential search cannot tell the difference in cost between 'found at the end' and 'not found at all'.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precondition - SORTED - cannot be skipped or assumed away; it is the entire reason this works. Emphasise that discarding a whole half is not a shortcut taken occasionally, it happens on EVERY single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'low = mid + 1' and 'high = mid - 1' specifically - a common bug is writing 'low = mid' or 'high = mid', which can loop forever by never shrinking the range past the already-checked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the compiled program's real output. Point out that the search range halves almost exactly each step: 10 elements, then 5, then 2, then 1 - this halving IS the log2 in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1,000,000-element row is the number worth dwelling on: doubling the array size only costs binary search ONE more comparison (log2 doubling adds 1), while it costs sequential search a full doubling of its worst case. This is the entire economic argument for keeping data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earns the comparison from slide 2 - binary search is not a strict upgrade, it has real preconditions and costs. The linked-list limitation is a genuine forward pointer to why BSTs are worth learning next, not just a throwaway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Step 1 only - low=0, high=7, mid=3, arr[3]=23 - MATCH on the very first comparison, since 23 happens to sit exactly at the array's midpoint. A good follow-up question for fast finishers: how many steps would 41 take instead? (verified separately: 3 steps).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and Binary 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Strategies, and Why One Wins on Sorted Data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- Lecture 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3192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search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element, O(n)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half each step, O(log n)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finding one value among many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n values and a key to find, return the key's INDEX if present, or -1 if not. The question today is not WHETHER this can be done, but HOW FAST.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array could be in ANY order, there is only one honest option: check every element.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the array is SORTED, a completely different strategy becomes possible - one that never has to look at most of the array at all.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are covered today, on the SAME 10-element array, so every number is directly comparable.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search: check every element, in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33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sequentialSearch(int arr[], int n,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int key)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n; i++)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(arr[i] == key)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94960" y="13258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about order - works on ANY array, sorted or not.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moment it finds a match - the EARLY RETURN.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key is not present, the loop runs all n times before giving 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414223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key is arr[0] - found in 1 comparison. Worst case: key is last, or missing - n comparisons.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search: verified on the same array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0312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1280160"/>
            <a:ext cx="7772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0" y="128016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6384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45: checks indices 0,1,2,3,4,5,6 - found at index 6 after 7 comparisons.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search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comparisons (indices 0-6)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found, index 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comparisons (indices 0-9)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found, index 9 (worst case)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comparison (index 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found, index 0 (best case)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comparisons (entire array)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found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search: the one idea that changes everything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array is SORTED, checking the MIDDLE element tells you which HALF the key must be in - the other half can be thrown away without looking at a single value in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middle element.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the key? Done - found.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SMALLER than the key? The key (if present) must be in the RIGHT half - discard the left half entirely.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LARGER than the key? Discard the right half entirely, search only the left.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142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whichever half remains, until found or the range is empty.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in C: low, high, mid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937760" cy="3657600"/>
          </a:xfrm>
          <a:prstGeom prst="roundRect">
            <a:avLst>
              <a:gd name="adj" fmla="val 175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binarySearch(int arr[], int n,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int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low = 0, high = n - 1;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(low &lt;= high)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mid = (low + high) / 2;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(arr[mid] ==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mid;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(arr[mid] &lt;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 = mid + 1;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high = mid - 1;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0" y="13258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and high mark the CURRENT search range - it shrinks every iteration.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(low+high)/2 always lands inside that range.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mid+1 or high = mid-1 - never mid itself, since arr[mid] was already ruled out.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 when low &gt; high - the range became empty, key is not present.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search: verified trace, searching for 45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1234440"/>
            <a:ext cx="7772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234440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arr[mid]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 &lt; 45, search right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 &gt; 45, search left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 &lt; 45, search right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 - found at index 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comparisons for 10 elements - sequential search needed 7 for the same key.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1792" y="4142232"/>
            <a:ext cx="7900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50 (not present) takes 5 steps before low &gt; high - still far fewer than checking all 10 elements.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Complexity, side by side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9242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- any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sorted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elements, 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1,000 comparisons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about 10 comparisons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 elements, 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1,000,000 comparisons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about 20 comparisons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binary search is not free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4023360" cy="1114744"/>
          </a:xfrm>
          <a:prstGeom prst="roundRect">
            <a:avLst>
              <a:gd name="adj" fmla="val 291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is already sorted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wins outright. No reason to ever use sequential search on sorted data for repeated lookups.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4023360" cy="1114744"/>
          </a:xfrm>
          <a:prstGeom prst="roundRect">
            <a:avLst>
              <a:gd name="adj" fmla="val 2917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is NOT sorted yet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first costs O(n log n) (Unit IV). Worth it only if you will search MANY times - a single one-off lookup is cheaper with plain sequential search.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9998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also needs an ARRAY with fast random access to the middle - it does not translate directly to a plain linked list, where reaching 'the middle' is itself O(n).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limitation is exactly why binary search TREES (Lecture 28) matter - a tree gives the halving benefit of binary search while staying easy to insert into, without needing a sorted array at all.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27 -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data changes the rules of searching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search: check every element in order, O(n) worst case, works on any array.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check the middle, discard half, repeat - O(log n) worst case, but requires a SORTED array.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the same 10-element array: 7 comparisons (sequential) vs 4 comparisons (binary) to find the same key.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fast: 1,000,000 elements needs up to 1,000,000 sequential comparisons but only about 20 binary comparisons.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random access to the middle - the next lecture's binary search TREE gets the same speed without that requirement.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7863840" cy="822960"/>
          </a:xfrm>
          <a:prstGeom prst="roundRect">
            <a:avLst>
              <a:gd name="adj" fmla="val 7778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5 11 19 23 30 37 41 49. Trace binary search for 23, showing low/high/mid at every step.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1728</Words>
  <Application>Microsoft Macintosh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2026-09-21T06:22:10Z</dcterms:created>
  <dcterms:modified xsi:type="dcterms:W3CDTF">2026-09-21T07:01:38Z</dcterms:modified>
</cp:coreProperties>
</file>