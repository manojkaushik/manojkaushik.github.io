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94360"/>
            <a:ext cx="73152" cy="5120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621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3, Lecture 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in Governance: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 Services &amp; Algorithmic Administration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governments use AI to deliver services, support policy decisions and administer programmes at scale - and the distinct accountability challenges this raises.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 Manoj Kaushik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0" name="Image 0" descr="/home/claude/work17/icon17_govern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580" y="114300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064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 Adoption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3" name="Image 1" descr="/home/claude/work17/icon17_decisionsup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0" y="11430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0236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Decision Support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6" name="Image 2" descr="/home/claude/work17/icon17_algoadm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3611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064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Algorithmic Administration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9264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9" name="Image 3" descr="/home/claude/work17/icon17_casestud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36118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0236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Case Studies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AI in Government - Why It's Being Adopted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Governments face growing demand for services with limited staff and budget, making AI attractive for handling scale efficiently.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can help process large volumes of applications, claims or requests faster and more consistently than fully manual review.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Data-driven decision support can help policymakers identify patterns and predict outcomes across large, complex public systems.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Adoption is uneven across governments, often depending on technical capacity, funding and public trust in the institution.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AI in Public Services - Common Applications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Benefits and welfare administration: AI systems help determine eligibility and detect fraud in large-scale social programmes.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 health: AI models support disease surveillance, resource allocation and outbreak prediction.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Transportation and infrastructure: AI optimises traffic signal timing, public transit scheduling and infrastructure maintenance planning.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Citizen services: chatbots and automated systems handle routine enquiries, freeing staff for more complex cases.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AI for Policy Decision Support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Decision-support systems analyse large datasets to help policymakers understand the likely outcomes of different policy options.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tools can simulate the effects of a proposed policy change before it is implemented at full scale.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support is meant to inform human policymakers, not replace their judgement or democratic accountability.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quality of policy decision support depends heavily on the quality and representativeness of the underlying data, echoing Unit I's bias concerns.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Algorithmic Administration - Automating Government Decisions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Algorithmic administration refers to using AI systems to directly make or heavily influence individual administrative decisions, such as benefit approvals.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systems can increase consistency and processing speed compared to fully manual case-by-case review.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Because these decisions affect legal rights and entitlements, they carry a higher accountability bar than many private-sector uses of AI.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Citizens affected by an algorithmic decision generally have a right to understand and challenge it, directly invoking Unit II's transparency and accountability principles.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Policy Case Study: Algorithmic Benefits Determination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Several welfare agencies have used AI systems to flag applications as high-risk for fraud, triggering additional review or suspension of benefits.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some documented cases, flawed risk models wrongly flagged thousands of legitimate claimants, causing significant hardship before the errors were corrected.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cases often stemmed from training data that poorly represented the true diversity of legitimate claimants.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episodes strengthened calls for mandatory human review and a clear appeals process before any benefit is reduced or denied.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Policy Case Study: Predictive Policing and Risk Assessment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 police departments have used predictive models to forecast crime hotspots or assess a defendant's risk of reoffending.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Critics have shown that these tools can reproduce and reinforce historical policing bias present in the underlying arrest data.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Legal challenges in some jurisdictions have required greater transparency about how these risk scores are calculated and used in sentencing.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case connects directly to the bias-detection techniques from Unit I and the surveillance concerns from Unit II.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Governance Challenges Specific to Public-Sector AI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 process: government decisions must be explainable and contestable in ways that go beyond typical private-sector customer service.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Democratic accountability: elected officials, not just technical teams, are ultimately answerable for algorithmic administrative decisions.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Equity of access: public AI systems must serve populations with uneven digital literacy and internet access.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Procurement and vendor oversight: many governments rely on external vendors for AI systems, raising questions about transparency into proprietary models.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2026-09-17T03:14:42Z</dcterms:created>
  <dcterms:modified xsi:type="dcterms:W3CDTF">2026-09-17T03:14:42Z</dcterms:modified>
</cp:coreProperties>
</file>