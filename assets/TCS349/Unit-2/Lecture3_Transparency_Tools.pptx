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4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321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3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 Tools: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Cards, Datasheets &amp; Audit Logs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templates and records that turn transparency from a principle into a practice - what to document, for a model, its data, and the system as a whole.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r>
              <a:rPr lang="en-US" sz="180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/home/claude/work5/icon5_model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Cards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/home/claude/work5/icon5_data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Datasheets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/home/claude/work5/icon5_system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Cards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3" descr="/home/claude/work5/icon5_auditlo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Audit Logs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What Is a Model Card?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model card is a short, standardised document describing an AI model - what it does, how it was built, and where it should and should not be used.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was introduced to give consumers of a model the information needed to decide whether it fits their use case.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cards are usually one to two pages long, written for a mixed technical and non-technical audience.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Publishing a model card is one of the most common ways organisations demonstrate transparency in practice.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Model Card - Typical Sections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72800" cy="438912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Section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Contains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 Details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Owner, version, date, model type and intended purpose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Intended Use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Primary use cases and users the model was designed for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Performance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Accuracy and fairness metrics, including subgroup-wise results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Limitations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Known weaknesses, out-of-scope uses and edge cases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Ethical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Considerations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Risks identified and mitigations applied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Model Card - Worked Mini-Example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Details: Loan-approval classifier, version 2.1, trained March 2026.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Intended Use: Screening personal loan applications for a retail bank; not intended for business or mortgage loans.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Performance: Overall accuracy 84%; TPR 80% for Group A versus 50% for Group B - flagged as a known limitation.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Limitations: Lower recall for Group B applicants; not validated on applicants under 21.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What Is a Datasheet for Datasets?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datasheet documents a dataset the same way a model card documents a model - its origin, composition and appropriate uses.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answers a simple question: can I trust this data enough to build or evaluate a model on it?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Datasheets borrow their name from the idea that electronics components ship with a datasheet - datasets deserve the same discipline.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dataset without a datasheet is difficult to audit for bias, consent or representativeness later.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Datasheet - Typical Sections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972800" cy="438912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Section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Contains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Motivation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Why the dataset was created and by whom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Composition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the data represents, and who or what it covers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Collection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Process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How and when the data was gathered, and any consent obtained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Preprocessing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Cleaning, labelling or transformations applied before use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Recommended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Uses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Appropriate uses, and any uses the creators advise against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What Is a System Card?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system card documents an entire AI-powered product or service, not just one underlying model.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 products often combine multiple models, business rules and human review steps - a system card captures the whole pipeline.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typically covers how the system is monitored, updated and governed after deployment, not only how it was built.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cards are the natural documentation layer for the trustworthy AI lifecycle introduced in Lecture 10.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Model Card vs Datasheet vs System Card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11430000" cy="438912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97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Dimension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 Card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Datasheet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System Card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Documents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 trained model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 dataset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The full product or service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Typical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Author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ML engineer or data scientist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Data collection team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Product or governance team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Key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Question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Should I use this model, and how?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Can I trust this data?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How does the system behave, and how is it governed?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Documentation Beyond Cards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documents: capture the reasoning behind key architectural and data decisions before a system is built.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Risk assessments: formally identify and rate potential harms before deployment, alongside planned mitigations.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Change logs: record what changed between versions of a model or system, and why.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Together with cards and datasheets, these form a full documentation trail across a system's life.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What Is an Audit Log?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audit log is a running record of events in an AI system - inputs, outputs, model version and key decisions - stored as they occur.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mechanism that makes the traceability introduced in Lecture 11 actually verifiable.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Audit logs are typically append-only, meaning past entries cannot be silently edited or deleted.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Without an audit log, a "we can explain this decision" claim usually cannot be checked after the fact.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Audit Log - What It Should Capture</a:t>
            </a:r>
            <a:endParaRPr lang="en-US" sz="2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00200"/>
          <a:ext cx="10515600" cy="438912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Field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Example Value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Timestamp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2026-03-14 10:42:17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 Version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loan-classifier v2.1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Input Reference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Application ID 48213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Output / Decision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Rejected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Reviewer (if any)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Escalated to human reviewer R. Sharma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Putting It Together - Documentation Across the Lifecycle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 stage: design documents and early risk assessments.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stage: datasheets for every dataset used in training or evaluation.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Development and testing: model cards summarising performance and limitations.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Deployment and monitoring: system cards and audit logs that stay current for as long as the system is live.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Common Pitfalls in Transparency Documentation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Writing a model card once at launch and never updating it as the model is retrained.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Omitting subgroup-wise performance results, hiding the exact disparities Unit I taught you to detect.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audit logs that can be edited after the fact, undermining their value as evidence.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Writing documentation only for engineers, leaving other stakeholders unable to understand it.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1125</Words>
  <Application>Microsoft Macintosh PowerPoint</Application>
  <PresentationFormat>Widescreen</PresentationFormat>
  <Paragraphs>187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3</cp:revision>
  <dcterms:created xsi:type="dcterms:W3CDTF">2026-08-10T06:47:35Z</dcterms:created>
  <dcterms:modified xsi:type="dcterms:W3CDTF">2026-08-18T14:21:59Z</dcterms:modified>
</cp:coreProperties>
</file>