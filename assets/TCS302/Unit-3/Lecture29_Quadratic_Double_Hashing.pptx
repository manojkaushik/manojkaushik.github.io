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75C7A75-CDE0-511A-B56E-A781402A3859}"/>
    <pc:docChg chg="modSld">
      <pc:chgData name="SC22D012-Manoj Kaushik 2022-PHD-Earth&amp;SpaceScience" userId="78d50035-fc00-4ea2-995b-b881e10649a1" providerId="ADAL" clId="{275C7A75-CDE0-511A-B56E-A781402A3859}" dt="2026-09-24T05:23:26.846" v="1" actId="20577"/>
      <pc:docMkLst>
        <pc:docMk/>
      </pc:docMkLst>
      <pc:sldChg chg="modSp mod">
        <pc:chgData name="SC22D012-Manoj Kaushik 2022-PHD-Earth&amp;SpaceScience" userId="78d50035-fc00-4ea2-995b-b881e10649a1" providerId="ADAL" clId="{275C7A75-CDE0-511A-B56E-A781402A3859}" dt="2026-09-24T05:10:44.809" v="0" actId="20577"/>
        <pc:sldMkLst>
          <pc:docMk/>
          <pc:sldMk cId="0" sldId="259"/>
        </pc:sldMkLst>
        <pc:spChg chg="mod">
          <ac:chgData name="SC22D012-Manoj Kaushik 2022-PHD-Earth&amp;SpaceScience" userId="78d50035-fc00-4ea2-995b-b881e10649a1" providerId="ADAL" clId="{275C7A75-CDE0-511A-B56E-A781402A3859}" dt="2026-09-24T05:10:44.809" v="0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75C7A75-CDE0-511A-B56E-A781402A3859}" dt="2026-09-24T05:23:26.846" v="1" actId="20577"/>
        <pc:sldMkLst>
          <pc:docMk/>
          <pc:sldMk cId="0" sldId="262"/>
        </pc:sldMkLst>
        <pc:spChg chg="mod">
          <ac:chgData name="SC22D012-Manoj Kaushik 2022-PHD-Earth&amp;SpaceScience" userId="78d50035-fc00-4ea2-995b-b881e10649a1" providerId="ADAL" clId="{275C7A75-CDE0-511A-B56E-A781402A3859}" dt="2026-09-24T05:23:26.846" v="1" actId="20577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7767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continuation of Lecture 28. Same six keys, same tableSize=7, reused deliberately so every probe count is directly comparable across all three collision-resolution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both techniques as direct responses to the exact clustering problem demonstrated in Lecture 28 - this is not new material appearing from nowhere, it is the fix to a problem already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code change from Lecture 28's linear probing is the formula for idx - everything else (the while loop, the EMPTY check, the insert/search shape) stays identical. Worth pointing out explicitly how small this change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by compiling and running. 9 still needs 3 checks (it collides at both i=0 and i=1 before succeeding at i=2), but 24 improves from 3 hops (linear) to 2 checks (quadratic) - a direct, measured improvement on the identical key and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by running the code exactly as shown: insert(32) prints FAILED. This is why quadratic probing is usually taught alongside the rule 'use a PRIME table size' - with tableSize=7 (prime, as used on the previous slide), this failure mode cannot happen, because i*i % 7 for i=0..6 does cover all 7 residues.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h2's '+1' is not decorative - a step of 0 would mean idx never changes, causing an infinite loop on the very first collision. This is a common bug to watch for if students design their own h2.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verified by compiling and running each of the three programs on the identical key set. This slide is the direct payoff of reusing the same keys throughout - the improvement is measured, not asserted.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condenses everything verified across both Lecture 28 and today into one reference. Use it as a recap quiz: cover the numeric rows and have students predict which method wins before revealing.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answer (verified by running the code): all three keys share home index 5 (5%7=5, 12%7=5, 19%7=5). insert(5): i=0, index 5 empty, placed at 5. insert(12): i=0 index5 occupied, i=1 index6 empty, placed at 6. insert(19): i=0 index5 occupied, i=1 index6 occupied, i=2 index(5+4)%7=2 empty, placed at 2. Final table: index 2=19, index 5=5, index 6=12, all others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DATA STRUCTURES WITH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Probe Sequences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Probing and Double Hashing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- Lecture 29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7863840" cy="457200"/>
          </a:xfrm>
          <a:prstGeom prst="roundRect">
            <a:avLst>
              <a:gd name="adj" fmla="val 14000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3319272"/>
            <a:ext cx="7534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probing 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i-squared instead of 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813048"/>
            <a:ext cx="7863840" cy="457200"/>
          </a:xfrm>
          <a:prstGeom prst="roundRect">
            <a:avLst>
              <a:gd name="adj" fmla="val 14000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3886200"/>
            <a:ext cx="7534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hashing 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hash function picks the step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linear probing's weakness, and the fix to try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188720"/>
          </a:xfrm>
          <a:prstGeom prst="roundRect">
            <a:avLst>
              <a:gd name="adj" fmla="val 5385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61872"/>
            <a:ext cx="7900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28: linear probing steps by 1 each time (idx, idx+1, idx+2, ...). This caused SECONDARY CLUSTERING - key 24 needed 3 hops because 9's earlier collision left a solid block of occupied slots in its path.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idea: what if the STEP SIZE itself changed, so probe sequences do not pile up in a straight line?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probing: step by 1, then 4, then 9, then 16 (i-squared) - jumps grow quickly, breaking up straight-line pileups.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hashing: the STEP SIZE itself comes from a second hash function - two different keys with the same home index usually take completely different paths.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Quadratic probing: jump by i-squared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18288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00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= (home + i*i) % tableSize,  for i = 0, 1, 2, 3, ...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937760" cy="2331720"/>
          </a:xfrm>
          <a:prstGeom prst="roundRect">
            <a:avLst>
              <a:gd name="adj" fmla="val 2745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4663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idx, i = 0;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&lt; TABLE_SIZE)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idx = (home + i * i) % TABLE_SIZE;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(table[idx] == EMPTY)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table[idx] = key;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idx;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i++;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77840" y="228600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i=0: check home itself.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i=1: home+1. i=2: home+4. i=3: home+9. The gaps GROW, instead of staying fixed at 1 like linear probing.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gaps mean two colliding keys are unlikely to keep landing on each other's later probes.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Quadratic probing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18288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11887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1887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88720" y="11887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11887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37360" y="11887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11887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11887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0" y="11887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11887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34640" y="11887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11887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11887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11887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31920" y="11887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1554480"/>
            <a:ext cx="51206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15544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88720" y="1554480"/>
            <a:ext cx="51206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88720" y="15544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37360" y="1554480"/>
            <a:ext cx="51206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737360" y="15544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0" y="1554480"/>
            <a:ext cx="51206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86000" y="15544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1554480"/>
            <a:ext cx="512064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834640" y="15544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1554480"/>
            <a:ext cx="51206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83280" y="15544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31920" y="1554480"/>
            <a:ext cx="512064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931920" y="15544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8229600" cy="115214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 sequence tried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landed 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i=0:idx2(full), i=1:idx3(full), i=2:idx6(empty)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 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i=0:idx3(full), i=1:idx4(empty)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 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6087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21792" y="3685032"/>
            <a:ext cx="790041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linear probing: 24 needed 3 hops there (landed at index 6). Here it needs only 2 checks and lands at index 4 - quadratic probing genuinely reduced its cost, on this exact key.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catch: quadratic probing can fail before the table is full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18288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004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tableSize = 8 (NOT prime), the values of i*i % 8 only ever produce {0, 1, 4} - just 3 distinct offsets, no matter how large i grows.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438912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115568" y="2194560"/>
            <a:ext cx="438912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15568" y="21945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591056" y="2194560"/>
            <a:ext cx="438912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91056" y="21945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66544" y="2194560"/>
            <a:ext cx="438912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66544" y="21945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42032" y="2194560"/>
            <a:ext cx="438912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42032" y="21945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17520" y="2194560"/>
            <a:ext cx="438912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17520" y="21945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93008" y="2194560"/>
            <a:ext cx="438912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93008" y="21945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68496" y="2194560"/>
            <a:ext cx="438912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968496" y="21945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2560320"/>
            <a:ext cx="438912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256032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115568" y="2560320"/>
            <a:ext cx="438912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15568" y="256032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591056" y="2560320"/>
            <a:ext cx="438912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591056" y="256032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066544" y="2560320"/>
            <a:ext cx="438912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066544" y="256032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42032" y="2560320"/>
            <a:ext cx="438912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542032" y="256032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17520" y="2560320"/>
            <a:ext cx="438912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017520" y="256032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93008" y="2560320"/>
            <a:ext cx="438912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493008" y="256032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968496" y="2560320"/>
            <a:ext cx="438912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968496" y="256032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40080" y="3063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insert(32) FAILS here - even though 5 of 8 slots are still empty.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35204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8, 16, 24, 32 all share home index 0 (each is a multiple of 8).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16, 24 land at indices 0, 1, 4 - exactly the ONLY offsets {0,1,4} reachable from home 0.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32's probe sequence just keeps revisiting 0, 1, 4 forever - it can never reach the 5 genuinely empty slots.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hashing: a second hash function picks the step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18288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00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= (home + i * h2(key)) % tableSize,  h2(key) = 1 + (key % (tableSize-1))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937760" cy="2331720"/>
          </a:xfrm>
          <a:prstGeom prst="roundRect">
            <a:avLst>
              <a:gd name="adj" fmla="val 2745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4663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h1 = key % TABLE_SIZE;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step = 1 + (key % (TABLE_SIZE-1));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idx, i = 0;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&lt; TABLE_SIZE)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idx = (h1 + i * step) % TABLE_SIZE;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(table[idx] == EMPTY)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table[idx] = key;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idx;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i++;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77840" y="228600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depends on the KEY, not just on i - two keys with the same home almost always get different step sizes.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"+1" in h2 guarantees step is never 0, so the probe sequence always moves.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tableSize prime again guarantees every slot is eventually reachable.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hashing: verified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18288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11887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1887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88720" y="11887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11887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37360" y="11887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11887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11887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0" y="11887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11887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34640" y="11887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11887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11887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1188720"/>
            <a:ext cx="512064" cy="365760"/>
          </a:xfrm>
          <a:prstGeom prst="rect">
            <a:avLst/>
          </a:prstGeom>
          <a:solidFill>
            <a:srgbClr val="8896B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31920" y="11887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1554480"/>
            <a:ext cx="51206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15544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88720" y="1554480"/>
            <a:ext cx="51206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88720" y="15544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37360" y="1554480"/>
            <a:ext cx="51206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737360" y="15544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0" y="1554480"/>
            <a:ext cx="51206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86000" y="15544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1554480"/>
            <a:ext cx="512064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834640" y="15544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1554480"/>
            <a:ext cx="512064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83280" y="15544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31920" y="1554480"/>
            <a:ext cx="512064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931920" y="15544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194560"/>
          <a:ext cx="6583680" cy="104241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(home)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(step)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landed at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457200" y="3429000"/>
            <a:ext cx="8229600" cy="1188720"/>
          </a:xfrm>
          <a:prstGeom prst="roundRect">
            <a:avLst>
              <a:gd name="adj" fmla="val 538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21792" y="3502152"/>
            <a:ext cx="7900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search(9) probe count: linear = 3, quadratic = 3, double hashing = 2.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search(24) probe count: linear = 4, quadratic = 2, double hashing = 2.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hashing matches or beats both earlier methods on every key here.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three methods, side by side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hashing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+1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 +4, +9, 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+step(key) each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AND secondary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only, reduced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of the three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it fail early?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(with room left)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if tableSize not prime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(if tableSize prime)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search(9) probes here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search(24) probes here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29 -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step, not just the slot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probing: idx = (home + i*i) % tableSize - growing gaps reduce secondary clustering, verified: 24 improved from 3 hops to 2.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probing's catch: with a non-prime tableSize, only some offsets are ever reachable - insert can FAIL even with empty slots remaining. Verified directly: insert(32) failed with 5 of 8 slots still free.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hashing: idx = (home + i*step(key)) % tableSize - the step itself depends on the key, giving the lowest clustering of the three methods tested.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need tableSize chosen carefully - prime sizes avoid the failure modes of both quadratic probing and double hashing.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7863840" cy="914400"/>
          </a:xfrm>
          <a:prstGeom prst="roundRect">
            <a:avLst>
              <a:gd name="adj" fmla="val 7000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tableSize = 7. Insert 5, 12, 19 using quadratic probing (home = key % 7). Show each probe sequence and the final table.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1648</Words>
  <Application>Microsoft Macintosh PowerPoint</Application>
  <PresentationFormat>On-screen Show (16:9)</PresentationFormat>
  <Paragraphs>202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Mr. Manoj Kaushik</cp:lastModifiedBy>
  <cp:revision>1</cp:revision>
  <dcterms:created xsi:type="dcterms:W3CDTF">2026-09-24T03:38:19Z</dcterms:created>
  <dcterms:modified xsi:type="dcterms:W3CDTF">2026-09-24T05:23:28Z</dcterms:modified>
</cp:coreProperties>
</file>