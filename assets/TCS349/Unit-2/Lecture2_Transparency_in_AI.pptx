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undo custSel modSld">
      <pc:chgData name="SC22D012-Manoj Kaushik 2022-PHD-Earth&amp;SpaceScience" userId="78d50035-fc00-4ea2-995b-b881e10649a1" providerId="ADAL" clId="{29B47332-549A-4FC0-A3ED-D31212E60846}" dt="2026-08-07T06:15:05.070" v="32" actId="478"/>
      <pc:docMkLst>
        <pc:docMk/>
      </pc:docMkLst>
      <pc:sldChg chg="delSp mod">
        <pc:chgData name="SC22D012-Manoj Kaushik 2022-PHD-Earth&amp;SpaceScience" userId="78d50035-fc00-4ea2-995b-b881e10649a1" providerId="ADAL" clId="{29B47332-549A-4FC0-A3ED-D31212E60846}" dt="2026-08-07T06:14:59.489" v="30" actId="478"/>
        <pc:sldMkLst>
          <pc:docMk/>
          <pc:sldMk cId="0" sldId="256"/>
        </pc:sldMkLst>
        <pc:spChg chg="del">
          <ac:chgData name="SC22D012-Manoj Kaushik 2022-PHD-Earth&amp;SpaceScience" userId="78d50035-fc00-4ea2-995b-b881e10649a1" providerId="ADAL" clId="{29B47332-549A-4FC0-A3ED-D31212E60846}" dt="2026-08-07T06:14:59.489" v="30" actId="478"/>
          <ac:spMkLst>
            <pc:docMk/>
            <pc:sldMk cId="0" sldId="256"/>
            <ac:spMk id="21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7T06:15:02.635" v="31" actId="478"/>
        <pc:sldMkLst>
          <pc:docMk/>
          <pc:sldMk cId="0" sldId="257"/>
        </pc:sldMkLst>
        <pc:spChg chg="del">
          <ac:chgData name="SC22D012-Manoj Kaushik 2022-PHD-Earth&amp;SpaceScience" userId="78d50035-fc00-4ea2-995b-b881e10649a1" providerId="ADAL" clId="{29B47332-549A-4FC0-A3ED-D31212E60846}" dt="2026-08-07T06:15:02.635" v="31" actId="478"/>
          <ac:spMkLst>
            <pc:docMk/>
            <pc:sldMk cId="0" sldId="257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7T06:15:05.070" v="32" actId="478"/>
        <pc:sldMkLst>
          <pc:docMk/>
          <pc:sldMk cId="0" sldId="258"/>
        </pc:sldMkLst>
        <pc:spChg chg="del">
          <ac:chgData name="SC22D012-Manoj Kaushik 2022-PHD-Earth&amp;SpaceScience" userId="78d50035-fc00-4ea2-995b-b881e10649a1" providerId="ADAL" clId="{29B47332-549A-4FC0-A3ED-D31212E60846}" dt="2026-08-07T06:15:05.070" v="32" actId="478"/>
          <ac:spMkLst>
            <pc:docMk/>
            <pc:sldMk cId="0" sldId="258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5:51.848" v="3" actId="478"/>
        <pc:sldMkLst>
          <pc:docMk/>
          <pc:sldMk cId="0" sldId="259"/>
        </pc:sldMkLst>
        <pc:spChg chg="del">
          <ac:chgData name="SC22D012-Manoj Kaushik 2022-PHD-Earth&amp;SpaceScience" userId="78d50035-fc00-4ea2-995b-b881e10649a1" providerId="ADAL" clId="{29B47332-549A-4FC0-A3ED-D31212E60846}" dt="2026-08-06T01:55:51.848" v="3" actId="478"/>
          <ac:spMkLst>
            <pc:docMk/>
            <pc:sldMk cId="0" sldId="259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5:47.765" v="2" actId="478"/>
        <pc:sldMkLst>
          <pc:docMk/>
          <pc:sldMk cId="0" sldId="260"/>
        </pc:sldMkLst>
        <pc:spChg chg="del">
          <ac:chgData name="SC22D012-Manoj Kaushik 2022-PHD-Earth&amp;SpaceScience" userId="78d50035-fc00-4ea2-995b-b881e10649a1" providerId="ADAL" clId="{29B47332-549A-4FC0-A3ED-D31212E60846}" dt="2026-08-06T01:55:47.765" v="2" actId="478"/>
          <ac:spMkLst>
            <pc:docMk/>
            <pc:sldMk cId="0" sldId="260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1:57:11.206" v="18" actId="1076"/>
        <pc:sldMkLst>
          <pc:docMk/>
          <pc:sldMk cId="0" sldId="261"/>
        </pc:sldMkLst>
        <pc:spChg chg="mod">
          <ac:chgData name="SC22D012-Manoj Kaushik 2022-PHD-Earth&amp;SpaceScience" userId="78d50035-fc00-4ea2-995b-b881e10649a1" providerId="ADAL" clId="{29B47332-549A-4FC0-A3ED-D31212E60846}" dt="2026-08-06T01:57:11.206" v="18" actId="1076"/>
          <ac:spMkLst>
            <pc:docMk/>
            <pc:sldMk cId="0" sldId="261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5:43.699" v="1" actId="478"/>
          <ac:spMkLst>
            <pc:docMk/>
            <pc:sldMk cId="0" sldId="261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1:56:59.703" v="16" actId="1076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9B47332-549A-4FC0-A3ED-D31212E60846}" dt="2026-08-06T01:56:59.703" v="16" actId="1076"/>
          <ac:spMkLst>
            <pc:docMk/>
            <pc:sldMk cId="0" sldId="262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5:37.229" v="0" actId="478"/>
          <ac:spMkLst>
            <pc:docMk/>
            <pc:sldMk cId="0" sldId="262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5:57.533" v="4" actId="478"/>
        <pc:sldMkLst>
          <pc:docMk/>
          <pc:sldMk cId="0" sldId="263"/>
        </pc:sldMkLst>
        <pc:spChg chg="del">
          <ac:chgData name="SC22D012-Manoj Kaushik 2022-PHD-Earth&amp;SpaceScience" userId="78d50035-fc00-4ea2-995b-b881e10649a1" providerId="ADAL" clId="{29B47332-549A-4FC0-A3ED-D31212E60846}" dt="2026-08-06T01:55:57.533" v="4" actId="478"/>
          <ac:spMkLst>
            <pc:docMk/>
            <pc:sldMk cId="0" sldId="263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0:28.906" v="24" actId="20577"/>
        <pc:sldMkLst>
          <pc:docMk/>
          <pc:sldMk cId="0" sldId="264"/>
        </pc:sldMkLst>
        <pc:spChg chg="mod">
          <ac:chgData name="SC22D012-Manoj Kaushik 2022-PHD-Earth&amp;SpaceScience" userId="78d50035-fc00-4ea2-995b-b881e10649a1" providerId="ADAL" clId="{29B47332-549A-4FC0-A3ED-D31212E60846}" dt="2026-08-06T02:00:28.906" v="24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8-06T01:59:34.193" v="20" actId="1076"/>
          <ac:spMkLst>
            <pc:docMk/>
            <pc:sldMk cId="0" sldId="264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00.750" v="5" actId="478"/>
          <ac:spMkLst>
            <pc:docMk/>
            <pc:sldMk cId="0" sldId="264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1:12.690" v="26" actId="1076"/>
        <pc:sldMkLst>
          <pc:docMk/>
          <pc:sldMk cId="0" sldId="265"/>
        </pc:sldMkLst>
        <pc:spChg chg="mod">
          <ac:chgData name="SC22D012-Manoj Kaushik 2022-PHD-Earth&amp;SpaceScience" userId="78d50035-fc00-4ea2-995b-b881e10649a1" providerId="ADAL" clId="{29B47332-549A-4FC0-A3ED-D31212E60846}" dt="2026-08-06T02:01:12.690" v="26" actId="1076"/>
          <ac:spMkLst>
            <pc:docMk/>
            <pc:sldMk cId="0" sldId="265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06.201" v="6" actId="478"/>
          <ac:spMkLst>
            <pc:docMk/>
            <pc:sldMk cId="0" sldId="265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6:56.195" v="28" actId="1076"/>
        <pc:sldMkLst>
          <pc:docMk/>
          <pc:sldMk cId="0" sldId="266"/>
        </pc:sldMkLst>
        <pc:spChg chg="mod">
          <ac:chgData name="SC22D012-Manoj Kaushik 2022-PHD-Earth&amp;SpaceScience" userId="78d50035-fc00-4ea2-995b-b881e10649a1" providerId="ADAL" clId="{29B47332-549A-4FC0-A3ED-D31212E60846}" dt="2026-08-06T02:06:56.195" v="28" actId="1076"/>
          <ac:spMkLst>
            <pc:docMk/>
            <pc:sldMk cId="0" sldId="266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11.012" v="7" actId="478"/>
          <ac:spMkLst>
            <pc:docMk/>
            <pc:sldMk cId="0" sldId="266"/>
            <ac:spMk id="8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8-06T02:07:55.328" v="29" actId="14100"/>
        <pc:sldMkLst>
          <pc:docMk/>
          <pc:sldMk cId="0" sldId="267"/>
        </pc:sldMkLst>
        <pc:spChg chg="mod">
          <ac:chgData name="SC22D012-Manoj Kaushik 2022-PHD-Earth&amp;SpaceScience" userId="78d50035-fc00-4ea2-995b-b881e10649a1" providerId="ADAL" clId="{29B47332-549A-4FC0-A3ED-D31212E60846}" dt="2026-08-06T02:07:55.328" v="29" actId="14100"/>
          <ac:spMkLst>
            <pc:docMk/>
            <pc:sldMk cId="0" sldId="267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8-06T01:56:14.119" v="8" actId="478"/>
          <ac:spMkLst>
            <pc:docMk/>
            <pc:sldMk cId="0" sldId="267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19.296" v="9" actId="478"/>
        <pc:sldMkLst>
          <pc:docMk/>
          <pc:sldMk cId="0" sldId="268"/>
        </pc:sldMkLst>
        <pc:spChg chg="del">
          <ac:chgData name="SC22D012-Manoj Kaushik 2022-PHD-Earth&amp;SpaceScience" userId="78d50035-fc00-4ea2-995b-b881e10649a1" providerId="ADAL" clId="{29B47332-549A-4FC0-A3ED-D31212E60846}" dt="2026-08-06T01:56:19.296" v="9" actId="478"/>
          <ac:spMkLst>
            <pc:docMk/>
            <pc:sldMk cId="0" sldId="268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23.940" v="10" actId="478"/>
        <pc:sldMkLst>
          <pc:docMk/>
          <pc:sldMk cId="0" sldId="269"/>
        </pc:sldMkLst>
        <pc:spChg chg="del">
          <ac:chgData name="SC22D012-Manoj Kaushik 2022-PHD-Earth&amp;SpaceScience" userId="78d50035-fc00-4ea2-995b-b881e10649a1" providerId="ADAL" clId="{29B47332-549A-4FC0-A3ED-D31212E60846}" dt="2026-08-06T01:56:23.940" v="10" actId="478"/>
          <ac:spMkLst>
            <pc:docMk/>
            <pc:sldMk cId="0" sldId="269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28.628" v="11" actId="478"/>
        <pc:sldMkLst>
          <pc:docMk/>
          <pc:sldMk cId="0" sldId="270"/>
        </pc:sldMkLst>
        <pc:spChg chg="del">
          <ac:chgData name="SC22D012-Manoj Kaushik 2022-PHD-Earth&amp;SpaceScience" userId="78d50035-fc00-4ea2-995b-b881e10649a1" providerId="ADAL" clId="{29B47332-549A-4FC0-A3ED-D31212E60846}" dt="2026-08-06T01:56:28.628" v="11" actId="478"/>
          <ac:spMkLst>
            <pc:docMk/>
            <pc:sldMk cId="0" sldId="270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33.708" v="12" actId="478"/>
        <pc:sldMkLst>
          <pc:docMk/>
          <pc:sldMk cId="0" sldId="271"/>
        </pc:sldMkLst>
        <pc:spChg chg="del">
          <ac:chgData name="SC22D012-Manoj Kaushik 2022-PHD-Earth&amp;SpaceScience" userId="78d50035-fc00-4ea2-995b-b881e10649a1" providerId="ADAL" clId="{29B47332-549A-4FC0-A3ED-D31212E60846}" dt="2026-08-06T01:56:33.708" v="12" actId="478"/>
          <ac:spMkLst>
            <pc:docMk/>
            <pc:sldMk cId="0" sldId="271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38.102" v="13" actId="478"/>
        <pc:sldMkLst>
          <pc:docMk/>
          <pc:sldMk cId="0" sldId="272"/>
        </pc:sldMkLst>
        <pc:spChg chg="del">
          <ac:chgData name="SC22D012-Manoj Kaushik 2022-PHD-Earth&amp;SpaceScience" userId="78d50035-fc00-4ea2-995b-b881e10649a1" providerId="ADAL" clId="{29B47332-549A-4FC0-A3ED-D31212E60846}" dt="2026-08-06T01:56:38.102" v="13" actId="478"/>
          <ac:spMkLst>
            <pc:docMk/>
            <pc:sldMk cId="0" sldId="272"/>
            <ac:spMk id="8" creationId="{00000000-0000-0000-0000-000000000000}"/>
          </ac:spMkLst>
        </pc:spChg>
      </pc:sldChg>
      <pc:sldChg chg="delSp mod">
        <pc:chgData name="SC22D012-Manoj Kaushik 2022-PHD-Earth&amp;SpaceScience" userId="78d50035-fc00-4ea2-995b-b881e10649a1" providerId="ADAL" clId="{29B47332-549A-4FC0-A3ED-D31212E60846}" dt="2026-08-06T01:56:41.668" v="14" actId="478"/>
        <pc:sldMkLst>
          <pc:docMk/>
          <pc:sldMk cId="0" sldId="273"/>
        </pc:sldMkLst>
        <pc:spChg chg="del">
          <ac:chgData name="SC22D012-Manoj Kaushik 2022-PHD-Earth&amp;SpaceScience" userId="78d50035-fc00-4ea2-995b-b881e10649a1" providerId="ADAL" clId="{29B47332-549A-4FC0-A3ED-D31212E60846}" dt="2026-08-06T01:56:41.668" v="14" actId="478"/>
          <ac:spMkLst>
            <pc:docMk/>
            <pc:sldMk cId="0" sldId="273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420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in AI:</a:t>
            </a:r>
            <a:endParaRPr lang="en-US" sz="2500" dirty="0"/>
          </a:p>
          <a:p>
            <a:pPr marL="0" indent="0">
              <a:buNone/>
            </a:pPr>
            <a:r>
              <a:rPr lang="en-US" sz="25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Meaning, Importance &amp; Limitations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AI systems must be understandable, traceable and honest about what they can and cannot do - and how transparency is put into practice.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0" descr="/home/claude/work4/icon4_mea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Transparency Means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work4/icon4_trace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/home/claude/work4/icon4_lim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Communicating Limitations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/home/claude/work4/icon4_stakehol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Stakeholders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Does "Transparency" Mean in AI?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is the degree to which an AI system's workings, data and decisions can be seen, understood and questioned by relevant stakeholders.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spans the full system: the data used, the model's logic, and the process by which the system was built and deployed.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is not "all or nothing" - it exists on a spectrum, from fully open-source to a closed black box.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system can be transparent about its existence and use even if its internal logic is complex or proprietary.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Why Transparency Matters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10972800" cy="22128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Builds trust: users are more willing to rely on a system whose behaviour they can understand.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Enables contestability: people affected by a decision can only challenge it if they understand how it was made.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Supports regulatory compliance: many data-protection and AI laws require explanations for automated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Aids debugging and improvement: transparent systems are easier for developers to audit, test and correct.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Who Needs Transparency?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2427732"/>
            <a:ext cx="10972800" cy="23865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Developers and engineers: need visibility into model behaviour to debug, test and improve the system.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 users: need enough information to use the system appropriately and calibrate their trust in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Regulators and auditors: need evidence that the system complies with legal and ethical standards.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Affected individuals: need enough explanation to understand and, if necessary, contest a decision made about them.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Transparency vs Explainability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42976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Dimension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Explainability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Focus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system as a whole - data, process, governance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specific prediction or decision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 Question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is this system, and how was it built?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Why did the model produce this output?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Publishing a model card describing purpose and limitations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Using SHAP to explain one rejected application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95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Relationship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broader umbrella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tool used to achieve 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Traceability in AI Systems - What It Means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2253996"/>
            <a:ext cx="10972800" cy="2350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 is the ability to track an AI system's data, decisions and changes back to their origin.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allows a specific output to be linked back to the exact data, model version and configuration that produced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Traceability turns a one-time transparency claim into something that can be verified after the fact.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traceability, "we can explain our system" is a claim that cannot actually be checked.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Traceability in Practice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2157984"/>
            <a:ext cx="10972800" cy="22128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lineage: recording where training data came from and how it was processed before 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versioning: keeping a record of every trained model version and the changes between them.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logs: storing the inputs, outputs and model version used for each individual decision.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these let an organisation reconstruct exactly why a system behaved a certain way at a certain time.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Communicating Model Limitations - Why It Matters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2446020"/>
            <a:ext cx="10972800" cy="2423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AI model has boundaries: conditions under which its predictions are less reliable or invalid.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Failing to communicate limitations can lead users to over-trust a system outside its intended scope.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 communication of limitations is part of transparency, not an admission of failure.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Regulators increasingly expect documented limitations alongside a system's capabilities.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How to Communicate Limitations Effectively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26243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clear, non-technical language that a non-expert stakeholder can understand.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known failure modes and the conditions under which the system should not be trusted.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possible, provide confidence levels or uncertainty estimates alongside predictions.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Clearly define the system's intended use, and explicitly flag unsupported or out-of-scope uses.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Levels of Transparency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37360"/>
          <a:ext cx="10607040" cy="3566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Level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Covers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Algorithmic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logic, features and process by which the model produces an output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Interaction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the system communicates its behaviour and limitations to the user in the moment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Social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the system's use, governance and impact are communicated to wider society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Barriers to Transparency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secrets: organisations may withhold model details to protect competitive advantage.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complexity: some models are inherently difficult to describe in a way non-experts can understand.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 concerns: full transparency can expose a system to manipulation or adversarial attacks.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 of over-simplification: an explanation simplified too far can mislead rather than inform.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Case Example: Transparency in Practice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bank publishes a model card for its credit-scoring AI, describing its purpose, training data, key limitations and intended 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document lists demographics on which the model was validated and any groups for which performance is less certain.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Applicants receive a plain-language explanation whenever a decision affects them, alongside a way to request human review.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single practice touches transparency, traceability and communicated limitations all at once.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Transparency Trade-offs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versus security: revealing too much about a system's logic can help bad actors game or attack 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versus intellectual property: full disclosure can undermine a company's competitive position.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versus privacy: explaining a decision in detail can sometimes reveal sensitive information about other individuals.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treats these as trade-offs to be managed deliberately, not reasons to avoid transparency altogether.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1128</Words>
  <Application>Microsoft Macintosh PowerPoint</Application>
  <PresentationFormat>Widescreen</PresentationFormat>
  <Paragraphs>170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3</cp:revision>
  <dcterms:created xsi:type="dcterms:W3CDTF">2026-08-06T00:10:36Z</dcterms:created>
  <dcterms:modified xsi:type="dcterms:W3CDTF">2026-08-18T14:21:38Z</dcterms:modified>
</cp:coreProperties>
</file>