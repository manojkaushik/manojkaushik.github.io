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94360"/>
            <a:ext cx="73152" cy="5120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621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3, Lecture 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1554480"/>
            <a:ext cx="6309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Emerging Skills &amp;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Workforce Transition in the AI Era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skills are rising in demand, the difference between reskilling and upskilling, and how workers can navigate a career path through AI-driven change.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47091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Mr. Manoj Kaushik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Assistant Professor, Department of CSE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Graphic Era Hill University, Bhimtal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6092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</p:sp>
      <p:pic>
        <p:nvPicPr>
          <p:cNvPr id="10" name="Image 0" descr="/home/claude/work16/icon16_skil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580" y="1143000"/>
            <a:ext cx="777240" cy="777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7064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Emerging Skills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9264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</p:sp>
      <p:pic>
        <p:nvPicPr>
          <p:cNvPr id="13" name="Image 1" descr="/home/claude/work16/icon16_reskill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0" y="1143000"/>
            <a:ext cx="777240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0236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Reskilling &amp; Upskilling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6092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</p:sp>
      <p:pic>
        <p:nvPicPr>
          <p:cNvPr id="16" name="Image 2" descr="/home/claude/work16/icon16_transi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0" y="3611880"/>
            <a:ext cx="777240" cy="7772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7064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Workforce Transition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69264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</p:sp>
      <p:pic>
        <p:nvPicPr>
          <p:cNvPr id="19" name="Image 3" descr="/home/claude/work16/icon16_career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3611880"/>
            <a:ext cx="777240" cy="7772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0236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Career Mapping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Emerging Skill Requirements - What's Changing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 AI takes over routine tasks, demand shifts toward skills that complement rather than compete with automation.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literacy - the ability to interpret, question and work with data-driven outputs - is increasingly expected across many roles, not just technical ones.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Employers increasingly value the ability to work alongside AI tools effectively, even in roles that are not AI-specialist positions.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 requirements are changing faster than traditional education cycles, making continuous learning a practical necessity rather than an option.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Technical Skills for an AI-Augmented Workplace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Basic AI and data literacy: understanding what AI tools can do, their limitations, and how to interpret their outputs critically.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Prompting and tool direction: framing tasks clearly enough for AI systems to produce genuinely useful results.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Domain-specific AI application: knowing how AI tools apply within a specific field, such as finance, healthcare or engineering.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depth still matters for those building and maintaining AI systems, but working with AI is now a broader expectation.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Durable Human Skills That Remain in Demand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Judgement and contextual decision-making: weighing factors an AI system cannot fully capture, especially in ambiguous situations.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Interpersonal and emotional skills: communication, negotiation and empathy remain difficult for AI to replicate convincingly.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Creative and original problem-solving: generating genuinely new approaches, rather than recombining existing patterns.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Ethical reasoning: recognising when a situation raises fairness, privacy or safety concerns that require human judgement.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Reskilling vs Upskilling - What's the Difference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Upskilling means deepening a worker's existing skill set to keep pace with how their current role is evolving.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Reskilling means training a worker for a substantially different role, often because their original role has been significantly automated.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Upskilling is typically less disruptive and can happen gradually alongside ongoing work.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Reskilling usually requires more structured support, since it often involves a genuine career change rather than a skill update.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Employer-Led Workforce Transition Strategies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Internal mobility programmes help displaced workers move into growing roles within the same organisation rather than leaving entirely.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Structured training partnerships with educational providers can deliver targeted skills faster than a worker retraining independently.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Phased transition plans give workers time to build new skills before their current role is significantly reduced.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Transparent communication about which roles are changing helps workers plan ahead rather than being caught by surprise.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Career Mapping - Planning a Path Through Change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Career mapping identifies a worker's current skills, a target role, and the specific skill gap between the two.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Adjacent-role mapping looks for roles that share a meaningful overlap with a worker's existing skills, reducing the retraining burden.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Mapping AI exposure alongside skill gaps helps prioritise which transitions are most urgent versus which can happen gradually.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Individual career mapping works best when paired with organisational data on which roles are actually growing or shrinking.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Barriers to Successful Workforce Transition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 and financial cost: many workers cannot afford to pause earning income long enough to retrain substantially.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 gaps: quality retraining programmes are not equally available across regions, industries or income levels.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 and experience bias: older or more experienced workers sometimes face additional barriers when reskilling into new fields.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Without deliberate support, workforce transition can reinforce the inequality patterns discussed in the previous lecture rather than resolve them.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2026-09-16T03:37:18Z</dcterms:created>
  <dcterms:modified xsi:type="dcterms:W3CDTF">2026-09-16T03:37:18Z</dcterms:modified>
</cp:coreProperties>
</file>