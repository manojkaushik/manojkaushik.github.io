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22T05:47:32.692" v="23" actId="14100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22T05:37:53.720" v="7" actId="14100"/>
        <pc:sldMkLst>
          <pc:docMk/>
          <pc:sldMk cId="0" sldId="257"/>
        </pc:sldMkLst>
        <pc:spChg chg="mod">
          <ac:chgData name="SC22D012-Manoj Kaushik 2022-PHD-Earth&amp;SpaceScience" userId="78d50035-fc00-4ea2-995b-b881e10649a1" providerId="ADAL" clId="{275C7A75-CDE0-511A-B56E-A781402A3859}" dt="2026-09-22T05:37:53.720" v="7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22T05:35:42.537" v="3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22T05:36:17.169" v="5" actId="14100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9-22T05:39:16.453" v="11" actId="14100"/>
        <pc:sldMkLst>
          <pc:docMk/>
          <pc:sldMk cId="0" sldId="258"/>
        </pc:sldMkLst>
        <pc:spChg chg="mod">
          <ac:chgData name="SC22D012-Manoj Kaushik 2022-PHD-Earth&amp;SpaceScience" userId="78d50035-fc00-4ea2-995b-b881e10649a1" providerId="ADAL" clId="{275C7A75-CDE0-511A-B56E-A781402A3859}" dt="2026-09-22T05:39:08.903" v="9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22T05:39:16.453" v="11" actId="14100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9-22T05:41:57.323" v="20" actId="20577"/>
        <pc:sldMkLst>
          <pc:docMk/>
          <pc:sldMk cId="0" sldId="259"/>
        </pc:sldMkLst>
        <pc:spChg chg="mod">
          <ac:chgData name="SC22D012-Manoj Kaushik 2022-PHD-Earth&amp;SpaceScience" userId="78d50035-fc00-4ea2-995b-b881e10649a1" providerId="ADAL" clId="{275C7A75-CDE0-511A-B56E-A781402A3859}" dt="2026-09-22T05:41:21.002" v="12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22T05:41:57.323" v="20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9-22T05:47:32.692" v="23" actId="14100"/>
        <pc:sldMkLst>
          <pc:docMk/>
          <pc:sldMk cId="0" sldId="263"/>
        </pc:sldMkLst>
        <pc:spChg chg="mod">
          <ac:chgData name="SC22D012-Manoj Kaushik 2022-PHD-Earth&amp;SpaceScience" userId="78d50035-fc00-4ea2-995b-b881e10649a1" providerId="ADAL" clId="{275C7A75-CDE0-511A-B56E-A781402A3859}" dt="2026-09-22T05:47:32.692" v="23" actId="14100"/>
          <ac:spMkLst>
            <pc:docMk/>
            <pc:sldMk cId="0" sldId="263"/>
            <ac:spMk id="4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14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continuation of Lecture 27's search comparison. Sequential search was O(n), binary search was O(log n) but needed sorted data. Hashing promises O(1) average case - today covers how, and what goes wrong when it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array-indexing analogy is the cleanest way in: arr[5] never 'searches' for index 5, it just computes an address. Hashing does the same trick for keys that are not already small sequential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exact six keys and their h(key) values are verified by compiling and running the code - the two collisions (23/9 at index 2, 17/24 at index 3) are not staged, they are the genuine consequence of key%7 on this key set, chosen because it demonstrates collision handling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no - once more than 7 distinct keys have been inserted, pigeonhole guarantees a repeat index no matter how clever the function. Collision HANDLING is therefore not optional, it is a required part of any real hash table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chaining as 'array of linked lists, nothing new invented' is the fastest way to make it feel obvious rather than novel - every mechanism here was already built in Units I-II.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output. Even with two collisions, every search here costs exactly 1 probe, because each chain has at most 2 nodes and the one queried happens to be first. Chaining degrades gracefully - a chain of length 2 is still nearly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chaining's 'never runs out' against probing's 'can fill up' explicitly - it is a genuine structural difference, not a minor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Verified. The genuinely important observation: 24 needed 3 hops even though only ONE other key (17) shares its home index - it got dragged into 9's collision too, because 9's displaced position (index 4) happened to sit in 24's path. This is SECONDARY CLUSTERING, a known weakness of linear probing worth naming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payoff of choosing this exact key set - the clustering effect is a real, verified phenomenon here, not a hypothetical warning. Worth emphasising because it is precisely why production hash tables often prefer chaining or more advanced probing schemes (double hashing, not covered 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= 0.86 in today's example is intentionally close to 1 (a nearly full table) - that is WHY the collisions and clustering appeared so clearly. A well-designed hash table keeps alpha well below 1, resizing the table once it grows too close to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11 -&gt; index 1 (home, 0 hops). 6 -&gt; index 2 (home 1 is taken by 11, 1 hop). 16 -&gt; index 3 (home 1 is taken, 2 hops - 11 and 6 both block it: PRIMARY clustering, since 11, 6, 16 all share home index 1). 3 -&gt; index 4 (home 3 is taken by 16, 1 hop - this is SECONDARY clustering, since 3's home does not match 11/6/16's home, but it still got blocked by their pile-up). Final table: index 0=EMPTY, 1=11, 2=6, 3=16, 4=3.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Functions and Hashing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 Search for an Address Calculation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- Lecture 28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863840" cy="429768"/>
          </a:xfrm>
          <a:prstGeom prst="roundRect">
            <a:avLst>
              <a:gd name="adj" fmla="val 14894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273552"/>
            <a:ext cx="7534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-&gt; index, O(1) to compute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7863840" cy="429768"/>
          </a:xfrm>
          <a:prstGeom prst="roundRect">
            <a:avLst>
              <a:gd name="adj" fmla="val 14894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03904"/>
            <a:ext cx="7534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bucket holds a small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61104"/>
            <a:ext cx="7863840" cy="429768"/>
          </a:xfrm>
          <a:prstGeom prst="roundRect">
            <a:avLst>
              <a:gd name="adj" fmla="val 14894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4334256"/>
            <a:ext cx="7534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bucket, find the next free slot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can searching be even faster?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7500551" cy="969264"/>
          </a:xfrm>
          <a:prstGeom prst="roundRect">
            <a:avLst>
              <a:gd name="adj" fmla="val 53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14648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O(log n) comparisons because it must NARROW DOWN where a key could be.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if, instead of searching, we could CALCULATE exactly where a key belongs - in one step, every time?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already does this for POSITION: arr[5] is found in O(1), because 5 IS the address.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extends the same idea to arbitrary keys: turn the key itself into an array index using a FORMULA, not a search.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is called a HASH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division method: the simplest hash function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58" y="1188720"/>
            <a:ext cx="7516369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38" y="1261872"/>
            <a:ext cx="7067243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h(key) = key % tableSize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7516368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 % 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tableSize = 7 here, so every key maps to an index between 0 and 6.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in O(1) - a single modulo operation, no comparisons, no searching at all.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23 and 9 both map to index 2. 17 and 24 both map to index 3.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Collisions are not a bug - they are guaranteed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004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pigeonhole principle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more possible KEYS than table SLOTS - which is almost always true - then by simple counting, at least two keys must eventually hash to the same slot. This is called a COLLISION.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function's job is not to AVOID collisions (usually impossible) but to SPREAD keys evenly, so collisions stay rare.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just as much: a clear, agreed RULE for what to do when a collision happens.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 rules follow: chaining, and open addressing (linear probing).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tableSize = 7, could a PERFECT hash function that never collides exist for an unlimited stream of integer keys?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chaining: each slot holds a small 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VALUE per slot, each slot holds the HEAD of a linked list. A collision just means another node joins that slot's list.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Lecture 20's array-of-lists idea, and exactly Lecture 15's linked list - nothing new is invented here, only combined.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insert(key): compute h(key), then insertFront onto that slot's list - O(1), same discipline as every linked-list insertFront in this course.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search(key): compute h(key), then walk ONLY that slot's list - never the whole table.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Chaining: code and the verified result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insert(int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idx = hashFunc(key);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*node = malloc(sizeof *node);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node-&gt;key = key;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node-&gt;next = table[idx];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table[idx] = node;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457200" cy="192024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457200" cy="192024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328416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15 -&gt; NULL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457200" cy="192024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9 -&gt; 23 -&gt; NULL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457200" cy="192024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24 -&gt; 17 -&gt; NULL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986784"/>
            <a:ext cx="457200" cy="192024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98678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986784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457200" cy="192024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20624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12 -&gt; NULL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425696"/>
            <a:ext cx="457200" cy="192024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425696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425696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118872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9 and 23 both live at index 2. 17 and 24 both live at index 3.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 means the MOST RECENT key at each index is first - 9 was inserted after 23, so 9 sits in front.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search(9): 1 probe (it is first in its list). search(24): 1 probe (also first). Every OTHER search in this table also costs just 1 probe.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probing: stay in the SAME array, find the next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004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linked lists at all - every key lives directly in the array. On a collision, check the NEXT slot, then the next, until an empty one is found (wrapping around at the end).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OPEN ADDRESSING - the key's home slot is only a starting point, not a guarantee.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malloc, no pointers - just one plain array. Often faster in practice due to memory layout, at the cost of harder deletion (not covered today).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can fill up completely - unlike chaining, which never truly runs out of room.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probing: code and the verified result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297680" cy="1645920"/>
          </a:xfrm>
          <a:prstGeom prst="roundRect">
            <a:avLst>
              <a:gd name="adj" fmla="val 3889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insert(int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idx = hashFunc(key);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(table[idx] != EMPTY)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idx = (idx + 1) % TABLE_SIZE;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table[idx] = key;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3736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3464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30175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0" y="30175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3832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33832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872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33832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3736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33832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3383280"/>
            <a:ext cx="512064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3464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33832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3383280"/>
            <a:ext cx="512064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31920" y="33832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23,12,17:  </a:t>
            </a: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 - placed at home index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 </a:t>
            </a: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home=2 occupied -&gt; probes to index 4 (2 hops)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  </a:t>
            </a: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home=3 occupied -&gt; probes to index 6 (3 hops)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02516" y="1188720"/>
            <a:ext cx="3584284" cy="115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9's home is index 2, but 23 is already there - probes forward to index 4.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24's home is index 3, but 17 is there - probes forward through 4 (occupied by 9!) and 5 (occupied by 12) before landing at 6.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weakness: collisions can compound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307592"/>
            <a:ext cx="790041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shares a home index with only ONE other key (17). Yet it needed THREE hops - because 9's earlier collision left a block of occupied slots (2,3,4) sitting directly in 24's path.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SECONDARY CLUSTERING: one collision makes the next one worse, even between UNRELATED keys.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does not suffer from this - each slot's list only ever grows from keys that TRULY share that home index.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central trade-off of the lecture: chaining is simpler to reason about; linear probing is more memory-efficient but can degrade unpredictably as the table fills up.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Complexity, and the number that predicts it: load factor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factor (alpha) = number of keys / table size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probing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 (small alpha)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- one long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- long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table fill up?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lists grow forever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 a fixed number of slots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example's alpha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keys / 7 slots = 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keys / 7 slots = 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28 -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the address, do not search for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 turns a key into an array index in O(1) - the division method, key % tableSize, is the simplest example.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are guaranteed eventually (pigeonhole principle) - the real design question is how to handle them, not whether they happen.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Chaining: each slot holds a linked list. Simple, never fills up, degrades gracefully.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probing: each slot holds one key directly. No extra memory, but can suffer SECONDARY CLUSTERING, verified directly in today's example.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 for both is O(1) when the load factor stays low - the entire promise of hashing depends on keeping alpha well under 1.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tableSize = 5. Insert keys 11, 6, 16, 3 using linear probing, in that order. Show the final table and identify any clustering.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2011</Words>
  <Application>Microsoft Macintosh PowerPoint</Application>
  <PresentationFormat>On-screen Show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2026-09-21T15:53:58Z</dcterms:created>
  <dcterms:modified xsi:type="dcterms:W3CDTF">2026-09-22T05:47:35Z</dcterms:modified>
</cp:coreProperties>
</file>